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c1c087ce1644c4" /><Relationship Type="http://schemas.openxmlformats.org/officeDocument/2006/relationships/extended-properties" Target="/docProps/app.xml" Id="Rdf4b7d9ac23540fd" /><Relationship Type="http://schemas.openxmlformats.org/officeDocument/2006/relationships/officeDocument" Target="/ppt/presentation.xml" Id="R20d3ec32830b45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c66585e71f4a07"/>
  </p:sldMasterIdLst>
  <p:notesMasterIdLst>
    <p:notesMasterId xmlns:r="http://schemas.openxmlformats.org/officeDocument/2006/relationships" r:id="R8f9e1bb6df2a4f11"/>
  </p:notesMasterIdLst>
  <p:sldIdLst>
    <p:sldId xmlns:r="http://schemas.openxmlformats.org/officeDocument/2006/relationships" id="256" r:id="Rcbe4a25dede7468a"/>
    <p:sldId xmlns:r="http://schemas.openxmlformats.org/officeDocument/2006/relationships" id="257" r:id="R2620953277824f5b"/>
    <p:sldId xmlns:r="http://schemas.openxmlformats.org/officeDocument/2006/relationships" id="258" r:id="R7080d4faa01b4f3a"/>
    <p:sldId xmlns:r="http://schemas.openxmlformats.org/officeDocument/2006/relationships" id="259" r:id="R76574f0e1217442f"/>
    <p:sldId xmlns:r="http://schemas.openxmlformats.org/officeDocument/2006/relationships" id="260" r:id="R989dbef39f674f1d"/>
    <p:sldId xmlns:r="http://schemas.openxmlformats.org/officeDocument/2006/relationships" id="261" r:id="Rf25e841e36ea4bcd"/>
    <p:sldId xmlns:r="http://schemas.openxmlformats.org/officeDocument/2006/relationships" id="262" r:id="R2b486b647cd84cc4"/>
    <p:sldId xmlns:r="http://schemas.openxmlformats.org/officeDocument/2006/relationships" id="263" r:id="Rcb2f90e394564cbf"/>
    <p:sldId xmlns:r="http://schemas.openxmlformats.org/officeDocument/2006/relationships" id="264" r:id="R70131062dcbc4dd6"/>
    <p:sldId xmlns:r="http://schemas.openxmlformats.org/officeDocument/2006/relationships" id="265" r:id="R6037f662059f4f80"/>
    <p:sldId xmlns:r="http://schemas.openxmlformats.org/officeDocument/2006/relationships" id="266" r:id="R8f0f00fe23b94167"/>
    <p:sldId xmlns:r="http://schemas.openxmlformats.org/officeDocument/2006/relationships" id="267" r:id="Rb58a5aff0e264153"/>
    <p:sldId xmlns:r="http://schemas.openxmlformats.org/officeDocument/2006/relationships" id="268" r:id="R2484f2ed9f15458c"/>
    <p:sldId xmlns:r="http://schemas.openxmlformats.org/officeDocument/2006/relationships" id="269" r:id="R05517e9449f0421f"/>
    <p:sldId xmlns:r="http://schemas.openxmlformats.org/officeDocument/2006/relationships" id="270" r:id="R6bd9a81182ae405f"/>
    <p:sldId xmlns:r="http://schemas.openxmlformats.org/officeDocument/2006/relationships" id="271" r:id="R7f4c97b39257499b"/>
    <p:sldId xmlns:r="http://schemas.openxmlformats.org/officeDocument/2006/relationships" id="272" r:id="Rda355e4644db4310"/>
    <p:sldId xmlns:r="http://schemas.openxmlformats.org/officeDocument/2006/relationships" id="273" r:id="Rce06c3893bfe457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77845fcb9a405f" /><Relationship Type="http://schemas.openxmlformats.org/officeDocument/2006/relationships/slideMaster" Target="/ppt/slideMasters/slideMaster1.xml" Id="Rc8c66585e71f4a07" /><Relationship Type="http://schemas.openxmlformats.org/officeDocument/2006/relationships/notesMaster" Target="/ppt/notesMasters/notesMaster1.xml" Id="R8f9e1bb6df2a4f11" /><Relationship Type="http://schemas.openxmlformats.org/officeDocument/2006/relationships/presProps" Target="/ppt/presProps.xml" Id="R366eda3d51f24099" /><Relationship Type="http://schemas.openxmlformats.org/officeDocument/2006/relationships/viewProps" Target="/ppt/viewProps.xml" Id="R769483bcff9e44c6" /><Relationship Type="http://schemas.openxmlformats.org/officeDocument/2006/relationships/tableStyles" Target="/ppt/tableStyles.xml" Id="Rc80ff7e1e0b040e8" /><Relationship Type="http://schemas.openxmlformats.org/officeDocument/2006/relationships/slide" Target="/ppt/slides/slide1.xml" Id="Rcbe4a25dede7468a" /><Relationship Type="http://schemas.openxmlformats.org/officeDocument/2006/relationships/slide" Target="/ppt/slides/slide2.xml" Id="R2620953277824f5b" /><Relationship Type="http://schemas.openxmlformats.org/officeDocument/2006/relationships/slide" Target="/ppt/slides/slide3.xml" Id="R7080d4faa01b4f3a" /><Relationship Type="http://schemas.openxmlformats.org/officeDocument/2006/relationships/slide" Target="/ppt/slides/slide4.xml" Id="R76574f0e1217442f" /><Relationship Type="http://schemas.openxmlformats.org/officeDocument/2006/relationships/slide" Target="/ppt/slides/slide5.xml" Id="R989dbef39f674f1d" /><Relationship Type="http://schemas.openxmlformats.org/officeDocument/2006/relationships/slide" Target="/ppt/slides/slide6.xml" Id="Rf25e841e36ea4bcd" /><Relationship Type="http://schemas.openxmlformats.org/officeDocument/2006/relationships/slide" Target="/ppt/slides/slide7.xml" Id="R2b486b647cd84cc4" /><Relationship Type="http://schemas.openxmlformats.org/officeDocument/2006/relationships/slide" Target="/ppt/slides/slide8.xml" Id="Rcb2f90e394564cbf" /><Relationship Type="http://schemas.openxmlformats.org/officeDocument/2006/relationships/slide" Target="/ppt/slides/slide9.xml" Id="R70131062dcbc4dd6" /><Relationship Type="http://schemas.openxmlformats.org/officeDocument/2006/relationships/slide" Target="/ppt/slides/slide10.xml" Id="R6037f662059f4f80" /><Relationship Type="http://schemas.openxmlformats.org/officeDocument/2006/relationships/slide" Target="/ppt/slides/slide11.xml" Id="R8f0f00fe23b94167" /><Relationship Type="http://schemas.openxmlformats.org/officeDocument/2006/relationships/slide" Target="/ppt/slides/slide12.xml" Id="Rb58a5aff0e264153" /><Relationship Type="http://schemas.openxmlformats.org/officeDocument/2006/relationships/slide" Target="/ppt/slides/slide13.xml" Id="R2484f2ed9f15458c" /><Relationship Type="http://schemas.openxmlformats.org/officeDocument/2006/relationships/slide" Target="/ppt/slides/slide14.xml" Id="R05517e9449f0421f" /><Relationship Type="http://schemas.openxmlformats.org/officeDocument/2006/relationships/slide" Target="/ppt/slides/slide15.xml" Id="R6bd9a81182ae405f" /><Relationship Type="http://schemas.openxmlformats.org/officeDocument/2006/relationships/slide" Target="/ppt/slides/slide16.xml" Id="R7f4c97b39257499b" /><Relationship Type="http://schemas.openxmlformats.org/officeDocument/2006/relationships/slide" Target="/ppt/slides/slide17.xml" Id="Rda355e4644db4310" /><Relationship Type="http://schemas.openxmlformats.org/officeDocument/2006/relationships/slide" Target="/ppt/slides/slide18.xml" Id="Rce06c3893bfe45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2f78e83f154e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a6f9eed6fd4e56" /><Relationship Type="http://schemas.openxmlformats.org/officeDocument/2006/relationships/notesMaster" Target="/ppt/notesMasters/notesMaster1.xml" Id="Ra1793cb682d94c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04a0f14c894411" /><Relationship Type="http://schemas.openxmlformats.org/officeDocument/2006/relationships/notesMaster" Target="/ppt/notesMasters/notesMaster1.xml" Id="Rf85ea0bf11c64f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7e212bb1fa44b4" /><Relationship Type="http://schemas.openxmlformats.org/officeDocument/2006/relationships/notesMaster" Target="/ppt/notesMasters/notesMaster1.xml" Id="R81ad36e824c046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e0144812e04e5b" /><Relationship Type="http://schemas.openxmlformats.org/officeDocument/2006/relationships/notesMaster" Target="/ppt/notesMasters/notesMaster1.xml" Id="R4c093f191b464a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932fdc3c4449be" /><Relationship Type="http://schemas.openxmlformats.org/officeDocument/2006/relationships/notesMaster" Target="/ppt/notesMasters/notesMaster1.xml" Id="R7f814784a5834a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bd7958feef415e" /><Relationship Type="http://schemas.openxmlformats.org/officeDocument/2006/relationships/notesMaster" Target="/ppt/notesMasters/notesMaster1.xml" Id="Rc14d07d970bb46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8ea2c324b14402" /><Relationship Type="http://schemas.openxmlformats.org/officeDocument/2006/relationships/notesMaster" Target="/ppt/notesMasters/notesMaster1.xml" Id="R5d12b230693d43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b09b5e7a784a49" /><Relationship Type="http://schemas.openxmlformats.org/officeDocument/2006/relationships/notesMaster" Target="/ppt/notesMasters/notesMaster1.xml" Id="R749d5c9feb784d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2956dae6334d52" /><Relationship Type="http://schemas.openxmlformats.org/officeDocument/2006/relationships/notesMaster" Target="/ppt/notesMasters/notesMaster1.xml" Id="R98d74baabb2c4a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5da839b30347ff" /><Relationship Type="http://schemas.openxmlformats.org/officeDocument/2006/relationships/notesMaster" Target="/ppt/notesMasters/notesMaster1.xml" Id="Re7847cd82ae74b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822eae84154613" /><Relationship Type="http://schemas.openxmlformats.org/officeDocument/2006/relationships/notesMaster" Target="/ppt/notesMasters/notesMaster1.xml" Id="Rb6fef94545354b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d6c600a4d3482e" /><Relationship Type="http://schemas.openxmlformats.org/officeDocument/2006/relationships/notesMaster" Target="/ppt/notesMasters/notesMaster1.xml" Id="R6c0cc37545b544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f1729f713e4c21" /><Relationship Type="http://schemas.openxmlformats.org/officeDocument/2006/relationships/notesMaster" Target="/ppt/notesMasters/notesMaster1.xml" Id="R306ac01b3ed249f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1a13b9801b4f42" /><Relationship Type="http://schemas.openxmlformats.org/officeDocument/2006/relationships/notesMaster" Target="/ppt/notesMasters/notesMaster1.xml" Id="Racaebe8d9a2e4f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9166a35675471d" /><Relationship Type="http://schemas.openxmlformats.org/officeDocument/2006/relationships/notesMaster" Target="/ppt/notesMasters/notesMaster1.xml" Id="Rcdcf335c19c740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b806e9ca3545c3" /><Relationship Type="http://schemas.openxmlformats.org/officeDocument/2006/relationships/notesMaster" Target="/ppt/notesMasters/notesMaster1.xml" Id="Rf204bd6b97e641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0ab85eade3344b1" /><Relationship Type="http://schemas.openxmlformats.org/officeDocument/2006/relationships/notesMaster" Target="/ppt/notesMasters/notesMaster1.xml" Id="R2c27563ac85243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45ee947df44cd6" /><Relationship Type="http://schemas.openxmlformats.org/officeDocument/2006/relationships/notesMaster" Target="/ppt/notesMasters/notesMaster1.xml" Id="R3516e8541f184f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2efd95f69a42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72e2f5e0ab4a2a" /><Relationship Type="http://schemas.openxmlformats.org/officeDocument/2006/relationships/slideLayout" Target="/ppt/slideLayouts/slideLayout1.xml" Id="R6c691453be8843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691453be8843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acfe9e47d4cd1" /><Relationship Type="http://schemas.openxmlformats.org/officeDocument/2006/relationships/image" Target="/ppt/media/image.png" Id="R714e8faa79d74062" /><Relationship Type="http://schemas.openxmlformats.org/officeDocument/2006/relationships/notesSlide" Target="/ppt/notesSlides/notesSlide1.xml" Id="Re9e5a090c2e144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d353bb65e4534" /><Relationship Type="http://schemas.openxmlformats.org/officeDocument/2006/relationships/notesSlide" Target="/ppt/notesSlides/notesSlide2.xml" Id="R88ef34aaeb1941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def7b0344074" /><Relationship Type="http://schemas.openxmlformats.org/officeDocument/2006/relationships/notesSlide" Target="/ppt/notesSlides/notesSlide3.xml" Id="Rc3e5e6e5667649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2d97923864d51" /><Relationship Type="http://schemas.openxmlformats.org/officeDocument/2006/relationships/notesSlide" Target="/ppt/notesSlides/notesSlide4.xml" Id="R8af6f38bdcb647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343408ff14673" /><Relationship Type="http://schemas.openxmlformats.org/officeDocument/2006/relationships/notesSlide" Target="/ppt/notesSlides/notesSlide5.xml" Id="R5fc4fa0b0d3e4e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f3fe148de4e2d" /><Relationship Type="http://schemas.openxmlformats.org/officeDocument/2006/relationships/notesSlide" Target="/ppt/notesSlides/notesSlide6.xml" Id="R93b32b03506b4e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8c93b973e4797" /><Relationship Type="http://schemas.openxmlformats.org/officeDocument/2006/relationships/notesSlide" Target="/ppt/notesSlides/notesSlide7.xml" Id="Rbdf397f2f11a45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194fede7d4c15" /><Relationship Type="http://schemas.openxmlformats.org/officeDocument/2006/relationships/notesSlide" Target="/ppt/notesSlides/notesSlide8.xml" Id="R5f4259b9dabe43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5d5acb2ac4987" /><Relationship Type="http://schemas.openxmlformats.org/officeDocument/2006/relationships/image" Target="/ppt/media/image2.png" Id="Rff19d7f6e0264e40" /><Relationship Type="http://schemas.openxmlformats.org/officeDocument/2006/relationships/notesSlide" Target="/ppt/notesSlides/notesSlide9.xml" Id="R58d2d393361f4b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2724beea74b74" /><Relationship Type="http://schemas.openxmlformats.org/officeDocument/2006/relationships/notesSlide" Target="/ppt/notesSlides/notesSlide10.xml" Id="R26aa704295f74b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4510839304933" /><Relationship Type="http://schemas.openxmlformats.org/officeDocument/2006/relationships/notesSlide" Target="/ppt/notesSlides/notesSlide11.xml" Id="R68ed70c715724c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ddfacbf704009" /><Relationship Type="http://schemas.openxmlformats.org/officeDocument/2006/relationships/image" Target="/ppt/media/image3.png" Id="R872b5b876526450a" /><Relationship Type="http://schemas.openxmlformats.org/officeDocument/2006/relationships/notesSlide" Target="/ppt/notesSlides/notesSlide12.xml" Id="R1aa17433554c4d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5209d97684ca4" /><Relationship Type="http://schemas.openxmlformats.org/officeDocument/2006/relationships/image" Target="/ppt/media/image4.png" Id="Ree9a4e9bb7ce46d3" /><Relationship Type="http://schemas.openxmlformats.org/officeDocument/2006/relationships/notesSlide" Target="/ppt/notesSlides/notesSlide13.xml" Id="R82faae81f41140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9071661f74b3c" /><Relationship Type="http://schemas.openxmlformats.org/officeDocument/2006/relationships/image" Target="/ppt/media/image5.png" Id="R6185118c044b4745" /><Relationship Type="http://schemas.openxmlformats.org/officeDocument/2006/relationships/notesSlide" Target="/ppt/notesSlides/notesSlide14.xml" Id="R0f9b4c3a027d424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a81c9772d4d70" /><Relationship Type="http://schemas.openxmlformats.org/officeDocument/2006/relationships/notesSlide" Target="/ppt/notesSlides/notesSlide15.xml" Id="Re456a81cf323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8d02b72bf4b17" /><Relationship Type="http://schemas.openxmlformats.org/officeDocument/2006/relationships/notesSlide" Target="/ppt/notesSlides/notesSlide16.xml" Id="Rb78efb78545c42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facf7d3da43b9" /><Relationship Type="http://schemas.openxmlformats.org/officeDocument/2006/relationships/notesSlide" Target="/ppt/notesSlides/notesSlide17.xml" Id="Rd0027cfa564445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7a92a3b7e46f5" /><Relationship Type="http://schemas.openxmlformats.org/officeDocument/2006/relationships/notesSlide" Target="/ppt/notesSlides/notesSlide18.xml" Id="R41dbe8d9fa734c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9C2F0E-DCE5-4718-84C0-A22E04EC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C768D-4514-4064-8A78-E697B873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78B27-3075-485C-B72D-F8F3DB85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4575F-CD91-4C3E-AB07-39C4A4A6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17BDE-C4C7-48C3-AC5E-A0F28BDC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95400"/>
            <a:ext cx="910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7960E-B632-4309-82C9-85CA0208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24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e8faa79d74062"/>
          <a:stretch xmlns:a="http://schemas.openxmlformats.org/drawingml/2006/main"/>
        </p:blipFill>
        <p:spPr>
          <a:xfrm xmlns:a="http://schemas.openxmlformats.org/drawingml/2006/main">
            <a:off x="10093459" y="438150"/>
            <a:ext cx="615681" cy="78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BC409-5DD2-413C-8C37-2FC5C654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44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Universidade Estadual de Santa Cruz - UESC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0D6C6-47DB-4195-8FBA-815BC2A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994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de inventário baseado em tecnologia RFID para o Colegiado de Ciência da Computação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39FB1-41B9-463A-88EF-AED4BF6B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433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Ezequiel Lobo Oliveira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165F95-DF20-46E1-8628-6B3321FD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1010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Orientador: Jorge Lima de Oliveira Filho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BE39E-15A1-4DC1-80A4-C7305B9C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531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Bacharelado em Ciência da Computação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00F02-C01A-48E1-B851-B2777C96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1531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Ilhéus - Bahia, 2026</a:t>
            </a:r>
          </a:p>
        </p:txBody>
      </p:sp>
    </p:spTree>
    <p:extLst>
      <p:ext uri="{BB962C8B-B14F-4D97-AF65-F5344CB8AC3E}">
        <p14:creationId xmlns:p14="http://schemas.microsoft.com/office/powerpoint/2010/main" val="20322804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58A561-96BB-4727-8B31-E0F563D9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43C79-4470-4699-99A2-7EB60A34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CEAD6-5B21-4525-A2A1-3E990811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EE5E7-1C6E-46A6-A7F1-588CAF12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Contexto do trabalho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F7F4E-102C-452B-974A-2D083024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controle patrimonial no colegiado exige rastreabilidade entre registros administrativos e bens fisicamente encontrados.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2E6B7-ABE8-4112-B054-EFBBC3AE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4F918-CC13-4332-9E8B-5F88066A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Equipamentos ficam distribuídos entre laboratórios, salas administrativas e espaços compartilhados.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5ADA0-C501-4A7E-9F0F-37725425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F9F68-4617-497D-A40B-4D7D606D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patrimonial precisa indicar onde o bem deveria estar e o que foi observado no ambiente.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BF093-2F8D-44A8-AA57-CB755EF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95871-9BEE-4E73-AD6A-92A53B07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Essa relação exige organização para apoiar inventário, auditoria e acompanhamento patrimonial.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3F14C-F960-4284-A423-3E104407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2E6DAD-EA31-48F9-B189-BDD38F2D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Registro administrativo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A5736-1B14-41A9-8159-4ED1A753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informação esperada sobre o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DC11A5-4E25-4F6D-8B00-4989A446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6847E-C2B4-44E9-B50F-088B3C01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Conferência física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664C2-95A0-4362-970C-2DFE0F67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no ambiente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834C67-6467-495B-BD6D-65F9B7D0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F16AC-A352-400F-BE2F-DED35578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9CB685-5C75-44FE-A186-7296D000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histórico para análise patrimonial</a:t>
            </a:r>
          </a:p>
        </p:txBody>
      </p:sp>
    </p:spTree>
    <p:extLst>
      <p:ext uri="{BB962C8B-B14F-4D97-AF65-F5344CB8AC3E}">
        <p14:creationId xmlns:p14="http://schemas.microsoft.com/office/powerpoint/2010/main" val="11885683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B8D409-BE61-4FE5-BE98-AD650916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19889-2EF5-4879-B6D3-8D84D1E3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449D1-DA99-4FE4-B409-C126B2C1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6EF13-C018-4DBF-839D-BE13FD5C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observado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6727-70EF-4516-8D90-D3AB6D69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dificuldade central está em manter os registros patrimoniais alinhados à situação real dos bens.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991E9-123C-47B4-BD77-977A4FD4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27EF5-D26D-4179-A9E5-27C172C7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visual ou manual depende de verificação individual e atualização constante.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7CDBC-D7B0-4E6F-9D9A-1DFC0893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43B7E-AF93-4928-BFD6-41E329F1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Bens podem não ser localizados ou aparecer em local diferente do registrado.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18350B-7C16-4BE2-A242-44C4B814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6FAB3-9C12-48BF-A4A6-F39BD3D0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Sem tratamento organizado, essas divergências dificultam a conferência e a tomada de decisão patrimonial.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2B1B7-D8BC-492C-BD97-3553BB1F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5B227-B975-4C03-8F2E-D5D246BA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Registro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76733-7551-42B3-84C5-9434C743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informação administrativa do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5982E-C0E9-45F9-934F-ED2156CD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9CC3ED-CF0A-42DE-90B8-A3F44C71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Localização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B5D49-C52E-40B9-9381-F610D7AA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na conferência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3A907-35C5-4ABF-B1DE-791A6AC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35293-63E4-4E00-9DA8-EDBAAAF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Divergência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69022-9D47-4977-A87D-9257A64C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diferença a ser analisada</a:t>
            </a:r>
          </a:p>
        </p:txBody>
      </p:sp>
    </p:spTree>
    <p:extLst>
      <p:ext uri="{BB962C8B-B14F-4D97-AF65-F5344CB8AC3E}">
        <p14:creationId xmlns:p14="http://schemas.microsoft.com/office/powerpoint/2010/main" val="19322451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A6556B-0DD7-4732-9023-8F0CE140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42F18-AA1E-4588-A40B-E1E74085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A6532-EAB3-4156-BAE8-8474500F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D5EB5-8EAE-4F2C-8306-BA9F05C0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Proposta do protótipo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B39C1-2F9F-4151-853D-C0959264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protótipo integra sistema web, API e eventos RFID para apoiar a auditoria patrimonial.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74C4B-5A72-4B18-B802-AC023E7C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201E6-7CEE-47AD-9298-32337454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Locais, leitores, bens e tags formam a base do inventário lógico.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BFEE6-97E4-410C-B0BB-5D1CF15F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06CF6-6DCC-4367-96D4-1C064BCF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 leitor de proximidade envia a tag ao sistema por meio de um comunicador intermediário.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84EAF-AE9A-4F76-BFE8-4B2FDB72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827A2-3FB8-452F-8C42-133D492F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API processa o evento e registra histórico, auditoria ou inconsistência conforme o caso.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93359-9454-49D9-9570-5E2C2248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82487-876F-40DA-A03E-ECED8CD7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Sistema web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DEB4D-1DC6-4D17-A1AD-DC962CFF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cadastro e acompanhamento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1D507-9D33-4E48-9ED3-D24DABC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A1178-6861-477A-B62A-610F919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API REST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BF2F-3447-4B10-8265-BD7B6B6D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entrada padronizada de eventos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A2F7E-5B4B-4488-B7B6-73D6A40B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C0E17-3EFB-44DD-9925-C0669041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6C5EB-F447-4B60-B10A-977ADCFE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evidência física em cenário controlado</a:t>
            </a:r>
          </a:p>
        </p:txBody>
      </p:sp>
    </p:spTree>
    <p:extLst>
      <p:ext uri="{BB962C8B-B14F-4D97-AF65-F5344CB8AC3E}">
        <p14:creationId xmlns:p14="http://schemas.microsoft.com/office/powerpoint/2010/main" val="16113171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9A23D-9450-4223-A5FA-74A9D0C4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280C0-CD93-4BF2-862D-641CC09F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B32F2-46B8-4BD2-A45A-4D48FE17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B9F54-B13F-46D7-A1A4-D5A001BC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Objetivos do trabalho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1A912-FAD6-45FF-ACFF-94C3D274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Desenvolver e validar funcionalmente um protótipo web de inventário patrimonial baseado em RFID.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6C9BB-AF58-4CB6-841D-A6861CD5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C3F03-7D86-4044-BFC3-239ED80E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Implementar cadastros, consulta, auditoria, histórico e tratamento de inconsistências.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39ADB-E199-42EF-ABEA-DBF6B0E0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A7277-629B-471A-AD32-77AAACB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Projetar uma arquitetura modular para receber e processar eventos RFID.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E86D7-42C9-40C5-898F-69173DC5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0034C-3583-4EEF-BD98-4F6779DB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Verificar o fluxo de leitura, processamento e atualização do inventário em ambiente controlado.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0A42B-A366-49B6-93AA-E77AF8EF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F646C-8A87-4E38-8998-99F2808F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765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EC289-6751-4826-9B9C-907B4060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38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protótipo web funcional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C1627-9968-4A30-A1B2-69FF0DDF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24D7D-CB5B-4631-835E-1631A369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433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Integrar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2EAF3-1C5A-4431-9861-2CD2C345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leitura RFID e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74A21-F323-441E-AE55-A82948D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148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1660D-C20C-4B32-A047-32D39B52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101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Validar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F1149D-FC43-4664-A0FC-C4553EB4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720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fluxo funcional do sistema</a:t>
            </a:r>
          </a:p>
        </p:txBody>
      </p:sp>
    </p:spTree>
    <p:extLst>
      <p:ext uri="{BB962C8B-B14F-4D97-AF65-F5344CB8AC3E}">
        <p14:creationId xmlns:p14="http://schemas.microsoft.com/office/powerpoint/2010/main" val="3426995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E82CF1-A03D-4195-9AD8-F4058AAB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C70B0-58AC-40F9-8EC1-0955BD91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572C4-0EA0-45EE-BDC3-C9FFC53D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BF1D4-939A-4C84-8C21-D9CDC6A1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Comparação com trabalhos relacionados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15208-6C14-4D86-B9DE-408D1C96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literatura sustenta RFID, integração com sistemas e cautela na avaliação física da tecnologia.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606C9-7DEA-4BD6-A49F-659B0AFE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6F525-92F3-43EC-A079-DE3ED63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 em inventário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3FD81-554F-46BA-84FA-E437BBA1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identificação automática de bens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2608D-0B9A-4C34-8DFA-2D91A8A7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87E08-29D0-40D8-98B4-5F359289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Middleware e IoT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4F8B5-FFBC-41F1-A485-4B13D71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integração de eventos a sistemas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BAA70-ECAF-4929-9C09-E77B83B6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5BF8C-C0B3-496A-B800-A1408F80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InventoryRFID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4F1FE-52A4-4273-A95D-D888CE53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e resolução de inconsistências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E51CA-3C30-4453-9EF8-F60CC408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Diferencial: a leitura RFID não fica restrita à identificação; ela alimenta auditoria patrimonial, registro e resolução de inconsistências e histórico operacional.</a:t>
            </a:r>
          </a:p>
        </p:txBody>
      </p:sp>
    </p:spTree>
    <p:extLst>
      <p:ext uri="{BB962C8B-B14F-4D97-AF65-F5344CB8AC3E}">
        <p14:creationId xmlns:p14="http://schemas.microsoft.com/office/powerpoint/2010/main" val="2158128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383CCF-ED7B-40AB-8A3C-0E0F03A5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BAE56-7EDA-4B0B-9237-9B41A60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15144-905A-4493-BFD4-B5EC5FFF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5EF5D-0AD4-4833-A68C-6A2E8FEB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Percurso metodológico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17101-F38D-451C-9DC1-5AECD6E7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pesquisa foi organizada para sair do problema patrimonial, construir o protótipo e verificar o fluxo implementado.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90355-D40E-4538-AA88-50773928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D0AD5-9005-4A78-8C01-14576DF3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02620-CCAD-418D-BF87-6252804B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E0321-9845-487C-BD26-A209CCD5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Entender o contexto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321945-115F-4092-A849-364DFED2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Revisão sobre controle patrimonial, RFID, integração e trabalhos relacionados.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9AEBF-1DC8-4B90-9D01-4A27BC56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58E04-752B-431E-93A0-A4F3C6EB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71ABF2-75CD-4B40-B0C8-CD5FCC4F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D43894-EEC2-421C-AB08-0D7EF313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Desenvolver a solução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90DE9-4D0D-4F5D-A9A8-FC801AB6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Modelagem, arquitetura, telas, API e regras de processamento das leituras.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A7C17-3C02-41E0-8379-4889608D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3C685-024E-44ED-8D15-04EB2FB1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22296-2D4C-4A8C-BE3F-AD54D3A7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8BB5A8-B92B-40D3-B88E-B3AC09CF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Validar o fluxo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F2C1A5-3FDF-4AC6-8A47-7B7371B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Cenários controlados com leitor de proximidade, uma tag, comunicador e API.</a:t>
            </a:r>
          </a:p>
        </p:txBody>
      </p:sp>
    </p:spTree>
    <p:extLst>
      <p:ext uri="{BB962C8B-B14F-4D97-AF65-F5344CB8AC3E}">
        <p14:creationId xmlns:p14="http://schemas.microsoft.com/office/powerpoint/2010/main" val="3908897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0FE05F-FA4F-480F-A591-6D778B3C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BC755-9962-48A8-80D8-A80593F8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08B69-7553-4F01-B746-D9BB34AD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3C83B-10B4-4D84-9BB5-3B437FCD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Tecnologias e materiais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A4D9C-A080-458A-8D19-7CCD5362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protótipo combina interface web, backend, banco local e entrada RFID controlada.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D9619-D30B-4FEA-A42B-18218798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FBEE6-072E-4840-A59E-6D653EB8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Frontend web para operação, consulta e acompanhamento do inventário.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A8C5C-2AB9-4D07-A6F6-3759BA39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157E0-882B-4BA2-9C81-895AA83A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Backend com API REST para autenticação, cadastros, eventos, auditoria e inconsistências.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C8B434-AC9A-456F-A441-DF6820D3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8E503-3551-4B1F-937D-0B302CB5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SQLite local para prototipação e leitor RFID de proximidade com uma tag física.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B0F60-5B5E-4983-A931-646BC0A5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79D5A-3FEF-4AA0-A4A3-146716A7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Comunicador intermediário para enviar a leitura ao backend no formato esperado.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C37577-1DBB-4B64-A489-55C879E7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5485CC-FB40-4336-A389-767F354B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765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456E1-3640-468B-AFFB-FE843B0B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38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uso e acompanhamento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C20671-5D20-4B5F-84B2-A2211976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47E09-9285-477B-866D-C9825C43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433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402AE0-A54E-4258-A797-49EDB4DF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processamento central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43BB2-DF0B-4C8A-93A6-1DDCA1B6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148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641E2-9677-4BE2-921B-75AABF2A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101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E0FABF-75B1-4EFD-A0D1-8D68FDFC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720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captura controlada</a:t>
            </a:r>
          </a:p>
        </p:txBody>
      </p:sp>
    </p:spTree>
    <p:extLst>
      <p:ext uri="{BB962C8B-B14F-4D97-AF65-F5344CB8AC3E}">
        <p14:creationId xmlns:p14="http://schemas.microsoft.com/office/powerpoint/2010/main" val="812293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D6A6FE-D956-4508-9711-4CF3C2D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4ABA8-BA5B-4A08-B04A-5F2DD2C5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30ABD-8187-4196-9C6E-EF72F53A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C7F12-052E-4AC4-92AD-85408EC6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Arquitetura do protótipo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72A85-80D9-4FED-BBDA-A6BD38B3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arquitetura separa interface, API, regras de negócio, persistência e fontes de eventos RFID.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65A3D-55FB-43FA-8F33-D098BA29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9d7f6e0264e40"/>
          <a:stretch xmlns:a="http://schemas.openxmlformats.org/drawingml/2006/main"/>
        </p:blipFill>
        <p:spPr>
          <a:xfrm xmlns:a="http://schemas.openxmlformats.org/drawingml/2006/main">
            <a:off x="3720757" y="2209800"/>
            <a:ext cx="4769536" cy="3371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FA491-6D8D-4A98-B198-2C17AF7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Visão geral da integração entre interface web, backend, banco local e entrada de eventos RFID.</a:t>
            </a:r>
          </a:p>
        </p:txBody>
      </p:sp>
    </p:spTree>
    <p:extLst>
      <p:ext uri="{BB962C8B-B14F-4D97-AF65-F5344CB8AC3E}">
        <p14:creationId xmlns:p14="http://schemas.microsoft.com/office/powerpoint/2010/main" val="16523230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B605E1-24C4-44F8-AC95-84E80CFF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DBEAC-9D97-4372-BC8E-D6A5568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E0A2A-FDBA-4E79-9850-EFE11297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9A692-1113-48B2-B255-A9CD069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Fluxo RFID e limite experimental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F8B21-B10A-44D4-9177-8D8D0269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slide separa o que foi validado fisicamente do que permanece como caminho escalável da arquitetura.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FCC212-7864-47DC-BB39-9291038F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5ECBD-1A01-4826-9649-4C136E6F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E05BA-446C-45A0-AD6F-15FE0E6A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Validado fisicamente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A02AF-14FB-483E-9E7C-3B6694FF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2751D-F1F1-4AE1-BC91-2927F8DF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1FB7C-7C2C-4C97-97DD-6D3721C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aproximada do leitor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986D5-3AA0-4469-8416-DBEC4BA7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1D9CE-7917-4CFB-8CC7-5431C751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2A2AA-B481-4B1D-B89E-C859BEEC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Comunicador envia evento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C3034-37C2-4357-8B36-B82BE242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8D612-392C-457C-B901-6652998C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BAF9A-CD6A-40AD-8A74-6C8771BE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API processa a leitura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A138C-13E7-4B94-84A6-ADBE41FB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9F530-FDA3-4269-A639-553ED32E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71836D-494E-4A5F-8C66-133880DC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registra resultado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C836C-C22F-4716-A0B7-1C266AA5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A23C26-C2DF-4FC8-A704-C14C0319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Leitor de proximidade, uma tag, comunicador intermediário e API.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56C5D7-146B-4A18-825E-7299475C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09930D-E1FB-4818-BB16-ED554A15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00EFB1-D1BC-499F-8658-9E31B94E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Previsto ou verificado por software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9060C-3F77-4F4D-9CD9-0E158F58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10387D-9E6C-43C7-8F84-AE96EA79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8D3AA6-537E-4CDE-9264-101244E2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Sensor ou gateway aciona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4F4C79-53C8-443D-8C1A-0B1AEAF1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A258DA-1A43-4824-B718-AC48EBC4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73B98D-ECCE-49A3-8DD2-21B56D7A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abre janela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811234-392E-4EDF-B0DB-F0881BDC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9C401-9D70-4790-BFB9-47A89287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7D412A-81FA-4588-860F-FA9ACE7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envia tags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CA34D6-3E35-44A4-B006-35F96494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F21BC0-14B2-4CA0-ABBC-17870587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6A2246-3DED-4CAA-855C-50EA1F08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Backend processa evento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0439D2-4A00-4B68-B5CA-09805E4A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F59AA7-72EC-45C4-AD62-EEC725DD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Fluxo arquitetural para expansão, sem validação física completa.</a:t>
            </a:r>
          </a:p>
        </p:txBody>
      </p:sp>
    </p:spTree>
    <p:extLst>
      <p:ext uri="{BB962C8B-B14F-4D97-AF65-F5344CB8AC3E}">
        <p14:creationId xmlns:p14="http://schemas.microsoft.com/office/powerpoint/2010/main" val="294343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440092-5D4D-4379-A891-6227DC1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2E63B-7745-4340-A69B-8003AC4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C54D2-3054-48BE-A3AB-DD3A21C9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F5861-9C6A-4F70-835F-8E1ED404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Processamento das leituras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F0EDE-0107-49CA-8C69-0742EC01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Depois que a leitura chega à API, o sistema decide se ela confirma, altera ou questiona o inventário.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B30EC-7CA7-418A-9B2F-86750E60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0A82D-1B4F-45CD-8303-C74BB4CA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89742-D295-4910-A210-385EAD52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862E0-1970-457E-BF8F-36B1123E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Receber evento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8B134-D660-4AF3-87A1-53A66597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API recebe a tag enviada pelo comunicador ou por uma fonte compatível.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FB107-ECA2-4485-9B34-BC57AD7F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3AA44-CDF8-4D8E-AB6E-64306121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EFC27-DF45-4C24-88EE-882E539E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E00A5-0E86-436D-ABBA-7B73D29D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Interpretar leitura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15922-827C-4653-A40D-FE9AC0B2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backend valida tag, leitor, janela ativa e possíveis duplicidades.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345106-8208-4174-A1B7-24A155CE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975CAE-6A2B-4F9D-AA36-7B25C9D0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BA1049-5611-4132-861B-5AE1146C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204D59-728E-4E29-BD75-B8406720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Registrar consequência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3C393E-3FFD-4AA4-AA56-94302FA1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sistema atualiza histórico, auditoria ou inconsistência conforme o resultado.</a:t>
            </a:r>
          </a:p>
        </p:txBody>
      </p:sp>
    </p:spTree>
    <p:extLst>
      <p:ext uri="{BB962C8B-B14F-4D97-AF65-F5344CB8AC3E}">
        <p14:creationId xmlns:p14="http://schemas.microsoft.com/office/powerpoint/2010/main" val="143523850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765C77-969C-4D57-B9D4-EA00758E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67D63-D151-4574-BDCA-187414E8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CBBCF-0509-4B93-829B-C5FA6B6A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391C3-0D47-4BE1-8DDC-4DECC82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Interface de acompanhamento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F469C-8BFA-46F3-AF61-41C83039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interface transforma o processamento em informação acompanhável para o usuário.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7C786-DBAF-4DA0-B469-7D087557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b5b876526450a"/>
          <a:stretch xmlns:a="http://schemas.openxmlformats.org/drawingml/2006/main"/>
        </p:blipFill>
        <p:spPr>
          <a:xfrm xmlns:a="http://schemas.openxmlformats.org/drawingml/2006/main">
            <a:off x="2065380" y="2209800"/>
            <a:ext cx="8080289" cy="3371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D00E80-215D-452D-8DDB-CF4FAB0D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Painel com indicadores, leitores, pendências e eventos recentes do inventário.</a:t>
            </a:r>
          </a:p>
        </p:txBody>
      </p:sp>
    </p:spTree>
    <p:extLst>
      <p:ext uri="{BB962C8B-B14F-4D97-AF65-F5344CB8AC3E}">
        <p14:creationId xmlns:p14="http://schemas.microsoft.com/office/powerpoint/2010/main" val="13538741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1E90C7-11CB-4151-8EEF-5F993929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6006D-7CA7-4DAB-ADB0-ADF44C1A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CEFEF-04D0-4143-9B2E-12E9F5D1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C97D3-8097-4078-B95F-6B9E6D12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patrimonial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D28B0-86D5-4D78-801A-98A2142D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auditoria compara o inventário lógico com o inventário físico formado pelas leituras.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190A3-2E90-42C8-B1A6-836A228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a4e9bb7ce46d3"/>
          <a:stretch xmlns:a="http://schemas.openxmlformats.org/drawingml/2006/main"/>
        </p:blipFill>
        <p:spPr>
          <a:xfrm xmlns:a="http://schemas.openxmlformats.org/drawingml/2006/main">
            <a:off x="952500" y="2861141"/>
            <a:ext cx="10306050" cy="206916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98290-32BD-4782-BB04-A0A6CB05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Recorte da auditoria com esperados, lidos, ausentes, divergentes e desconhecidos.</a:t>
            </a:r>
          </a:p>
        </p:txBody>
      </p:sp>
    </p:spTree>
    <p:extLst>
      <p:ext uri="{BB962C8B-B14F-4D97-AF65-F5344CB8AC3E}">
        <p14:creationId xmlns:p14="http://schemas.microsoft.com/office/powerpoint/2010/main" val="28345117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5B9B-D7FC-49F5-9470-9C5D5910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E36E9-A289-4BEC-97AF-C7226FC1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D007FB-3EE4-432E-9E12-94B67C6B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C9CDD-8A8F-4C91-84F5-806DB4B2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Tratamento de inconsistências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16B5A-018B-4A68-A43E-E93BCB00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As inconsistências registram divergências operacionais que precisam de análise ou regularização.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82E0A-D88F-4612-BD38-54030E57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5118c044b4745"/>
          <a:stretch xmlns:a="http://schemas.openxmlformats.org/drawingml/2006/main"/>
        </p:blipFill>
        <p:spPr>
          <a:xfrm xmlns:a="http://schemas.openxmlformats.org/drawingml/2006/main">
            <a:off x="952500" y="2891942"/>
            <a:ext cx="10306050" cy="200756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75264-9700-4539-9FC9-62A3D597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Recorte das pendências abertas após auditoria, com totalizadores por situação.</a:t>
            </a:r>
          </a:p>
        </p:txBody>
      </p:sp>
    </p:spTree>
    <p:extLst>
      <p:ext uri="{BB962C8B-B14F-4D97-AF65-F5344CB8AC3E}">
        <p14:creationId xmlns:p14="http://schemas.microsoft.com/office/powerpoint/2010/main" val="54749254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62647F-DB07-418E-B1BE-0D94E17B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E3F8B-83E0-423C-BC58-4AF66BB7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42B89-EB8A-4C5C-B5B0-097724EA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FF187-9C67-4F5A-8617-C586F1E8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Validação funcional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57F78-FEE0-4818-B0E8-F6F4A8CA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Cada cenário foi repetido seis vezes para confirmar o comportamento funcional, sem caráter estatístico.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73BF7-6170-46E3-BE66-DBBBCB4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36A42-42A4-4911-84F0-BBEF5E8A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68BF4-083B-4FE6-BBF0-EE920BE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907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ECF67-C73C-4382-8F7C-37E99E79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971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F10896-D952-4CEF-B9F9-68D19EE2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907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B7410-F04B-4228-8459-DD19257B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66950"/>
            <a:ext cx="592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565A74-FD2B-43DB-8F09-7CEE7D6F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F1AAE-AFF7-4D58-9A52-BD351387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conhecida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F72C0-6AF1-410E-A1A3-2C99C00B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E7196-E38E-4F19-ACFB-1F40BD14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67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009C3-FC25-42D9-BD00-E1506A35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90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DB783E-FECD-45D9-B3A4-DFBC6521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67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item detectado e itens ausentes classificados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839BCC-F2AF-4637-95D2-70CFE40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9FB98C-FAE9-4BFA-A2BB-BC98435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Correção de pendência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E5AE9-A2E5-46F5-A391-5A26B7CD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C76492-7E0D-4AC8-9852-AF097DF5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54D01-15EB-4696-ADBC-B477B48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242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28533-8852-4B14-B740-636E110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004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encerrado com registro no histórico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F049B0-7A6D-4056-8C67-30A3B19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19ACFF-B3AD-46B3-8173-37FE2DA8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desconhecida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31AB2-F1A4-470C-B8F0-C69E8DA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576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2A1044-D420-406A-ADF6-AEF36247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33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30A262-A21A-4E1A-AD2F-4F1BA232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576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17936A-9633-4B22-8B28-781AE6E7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7338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registrado para análise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3CA8B2-D7AE-4893-9D1C-761AD58E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060E30-E65B-430A-B3CA-0F7D043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Local divergente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BA79D5-4D42-4FC3-A0C5-38E7329A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910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5032BA-7C57-47FB-9C59-04814A11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67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266A6E-E9D5-435F-8AB7-12A46E47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910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42C642-553B-4407-B523-DF957609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2672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bem marcado fora do local esperado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199DD3-4136-43B2-84BA-DAAFB8C1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2F798E-F5D8-4EB7-83FE-037FD5B6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repetida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76CED1-9CF3-4E67-9A36-571D1F84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244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934757-82D6-4674-9772-545CE40D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00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707006-9F77-4BDA-88F1-BCFB883F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244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75D6C9-44D4-4297-A4B0-0F2A002D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8006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repetições tratadas sem duplicar o resultado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4C4983-E8EB-41F7-B363-DABF241C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DA9C8C-4AF7-4241-9E87-EBCF4377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sem resposta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935EE8-A61F-4096-8585-A0F8E6B8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257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E67EEF-4988-4447-AE71-3899FB0C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334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57D0C6-6FD7-40A1-8842-5BC2399F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257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AC247E-E663-4F7F-893F-AF2CF4FE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34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falha sinalizada para o usuário</a:t>
            </a:r>
          </a:p>
        </p:txBody>
      </p:sp>
    </p:spTree>
    <p:extLst>
      <p:ext uri="{BB962C8B-B14F-4D97-AF65-F5344CB8AC3E}">
        <p14:creationId xmlns:p14="http://schemas.microsoft.com/office/powerpoint/2010/main" val="120636004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984750-C571-4F67-9BCE-897DB198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18E5E-53BC-41E6-9670-DFAB85C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A41D0-6048-4C05-84DE-D56EDCD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CDD5C-B54B-42A4-BB88-075F3192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Conclusão e limites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EC0FC-584A-40FE-A670-508D976C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resultado defendido é a validação funcional do fluxo de software, não o desempenho físico do RFID.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0ED9F-9F3C-4C8B-ACCA-C3078F84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95216-6984-47E0-849A-89CB3B61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 protótipo integra cadastro patrimonial, eventos RFID, API, auditoria, histórico e inconsistências.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71BA3C-546E-491E-ABF6-24F04531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94520-8EC2-492F-BFEA-5AD81B91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Os testes confirmaram que leituras e cenários controlados geram consequências rastreáveis no sistema.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DFD23-21CA-4449-A1F2-11B7AC60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8A168-7299-4A22-BF11-6BB4F7BB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Não foram avaliados alcance, leitura simultânea, interferência ambiental ou operação institucional em escala.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8550-D416-4509-9543-DAFE9D30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74785-4921-4F55-823E-8B9C9ACE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Contribuição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8A4087-5AF1-432B-90AE-1CDC76F9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comparação entre inventário esperado e observado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E75CF-10DC-41D6-A254-EDAFF9F4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EBB12D-6CDC-4BE5-8D3A-6CFE8E27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Limite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E7E5A-E09A-4FFC-837E-DE947B4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leitor de proximidade, uma tag e cenários controlados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EABE-8270-44E5-9D8C-A231001F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3C22C-5BE2-45B0-93B5-41EFA6D4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Continuidade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39F84B-8E17-4E05-B5B2-785CAAE7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múltiplas tags, sensores físicos e antenas de maior alcance</a:t>
            </a:r>
          </a:p>
        </p:txBody>
      </p:sp>
    </p:spTree>
    <p:extLst>
      <p:ext uri="{BB962C8B-B14F-4D97-AF65-F5344CB8AC3E}">
        <p14:creationId xmlns:p14="http://schemas.microsoft.com/office/powerpoint/2010/main" val="147934847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991952-7C0D-4F67-AF57-603AC4D3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C6035-8100-44D1-9E4B-A19BECFD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B3459-F07E-4C13-BA65-8E41EE3B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7BCAF-3258-43E2-A51A-FED00B4E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Melhorias futuras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EEF35-B681-44E7-9C79-E7A9852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As melhorias futuras partem dos limites assumidos na validação e ampliam o protótipo para uso mais próximo de uma operação real.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2AEC4-96E7-4891-8489-3C9E7265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1DFE4-F296-4C33-ADA4-3F53CAAD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Testar múltiplas tags e leitores RFID físicos em ambientes reais do colegiado.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7DE85-4D81-40A9-9206-C8AC6643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E5ECD-61D0-41C2-853C-6CFBC106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Avaliar alcance, leitura simultânea, interferência ambiental e taxa de leitura.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EF4353-16B2-4764-9D46-0DBDF6E3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0E8AB-51EE-4E10-98AD-010707B5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Integrar sensores ou gateways físicos ao fluxo de eventos já previsto na arquitetura.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FB0CA-7CCF-4915-BFE5-5ACC4750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68FF1-E4CB-4C64-BE77-2366ACB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Ampliar relatórios, filtros e trilhas de auditoria para apoiar decisões patrimoniais.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126F83-3A19-499B-9A60-271C6196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293778-B128-4618-9E9B-ECF7F8DA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Escala física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7E2F10-0C24-4B00-B872-D6F40BF6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testes com mais tags e leitores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32953-F1A4-4DBE-A20C-3D1E3EF3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7D7E45-BCFB-480C-9DE0-7224C26A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Medição técnica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046435-CA6E-4A79-85D8-C87BA11C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alcance, interferência e simultaneidade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DFD32B-9F2F-41C3-BC81-B069FE34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50BB0E-8B63-4FB9-8022-AFFBDAEC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Uso institucional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73C899-CE1B-4E9A-9514-F4972C7B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relatórios e auditoria ampliada</a:t>
            </a:r>
          </a:p>
        </p:txBody>
      </p:sp>
    </p:spTree>
    <p:extLst>
      <p:ext uri="{BB962C8B-B14F-4D97-AF65-F5344CB8AC3E}">
        <p14:creationId xmlns:p14="http://schemas.microsoft.com/office/powerpoint/2010/main" val="139099920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F795B6-2C7A-40FE-AB9A-545DAFB0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53095-7885-4C08-93D4-1E1C0B78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9E997-6FA1-4C8F-97A8-B192F43D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4BF67-6F03-4EA0-AFC2-BF0AFD3A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Referências principais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02968-D6B4-462C-A525-CC086159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2ABB4-1B7C-4659-AAB2-EB18E57E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ALWADI et al. RFID smart inventory management system: A survey.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1C2A9-0BD9-42B8-BBCE-F751D7D7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DF261-5F93-429D-95B1-1D597E48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ABIJÁUDE et al. Plataforma InventoryIoT para inventário automatizado.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B045B-6D75-4FE1-94CE-23458810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4D29A-1E6D-419A-B4FA-0040EB8E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BRITO et al. Etiquetas inteligentes na gestão patrimonial pública.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3F19F-15FC-4037-9EA2-E5DE5507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C30D1-2C2E-4DA7-92A5-91C796D4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576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MASHAYEKHY et al. Impact of Internet of Things on inventory management.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F6E09-E2C7-4018-9081-DD907012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3A991-5B6D-4AEA-85ED-79A1AFC1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TING et al. A framework for RFID implementation in inventory management.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2EB95-0714-4836-A379-FDBB8891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095BFC-7381-4B4B-80DD-0FF4537B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KNAPP; WANG. Interference in RFID installations.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E23474-FFA1-4503-9F6A-F5878EE7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571BDB-E2DD-43B5-BAE1-1B5B1F6F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Tribunal de Contas do Estado da Bahia. Orientações para controle patrimonial.</a:t>
            </a:r>
          </a:p>
        </p:txBody>
      </p:sp>
    </p:spTree>
    <p:extLst>
      <p:ext uri="{BB962C8B-B14F-4D97-AF65-F5344CB8AC3E}">
        <p14:creationId xmlns:p14="http://schemas.microsoft.com/office/powerpoint/2010/main" val="170335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2026-06-26T19:32:15.9130000Z</dcterms:created>
  <dcterms:modified xsi:type="dcterms:W3CDTF">2026-06-26T19:32:15.9130000Z</dcterms:modified>
</coreProperties>
</file>