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0c9da89e00400b" /><Relationship Type="http://schemas.openxmlformats.org/officeDocument/2006/relationships/extended-properties" Target="/docProps/app.xml" Id="Rc149d8f0c26e4a5a" /><Relationship Type="http://schemas.openxmlformats.org/officeDocument/2006/relationships/officeDocument" Target="/ppt/presentation.xml" Id="R1091f76dc9c247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6fca85541a4200"/>
  </p:sldMasterIdLst>
  <p:notesMasterIdLst>
    <p:notesMasterId xmlns:r="http://schemas.openxmlformats.org/officeDocument/2006/relationships" r:id="Rf39da1d323d74157"/>
  </p:notesMasterIdLst>
  <p:sldIdLst>
    <p:sldId xmlns:r="http://schemas.openxmlformats.org/officeDocument/2006/relationships" id="256" r:id="R4eaf35ffd85e4a8b"/>
    <p:sldId xmlns:r="http://schemas.openxmlformats.org/officeDocument/2006/relationships" id="257" r:id="R4179bdd8797c4df5"/>
    <p:sldId xmlns:r="http://schemas.openxmlformats.org/officeDocument/2006/relationships" id="258" r:id="Rb809e4d2caa6443e"/>
    <p:sldId xmlns:r="http://schemas.openxmlformats.org/officeDocument/2006/relationships" id="259" r:id="R66a8b5019ee74685"/>
    <p:sldId xmlns:r="http://schemas.openxmlformats.org/officeDocument/2006/relationships" id="260" r:id="R19405955715b49e7"/>
    <p:sldId xmlns:r="http://schemas.openxmlformats.org/officeDocument/2006/relationships" id="261" r:id="R5a5502e129334a82"/>
    <p:sldId xmlns:r="http://schemas.openxmlformats.org/officeDocument/2006/relationships" id="262" r:id="Rd7b61ff5ee254f04"/>
    <p:sldId xmlns:r="http://schemas.openxmlformats.org/officeDocument/2006/relationships" id="263" r:id="R44780b7540fc486d"/>
    <p:sldId xmlns:r="http://schemas.openxmlformats.org/officeDocument/2006/relationships" id="264" r:id="R9a1879e2e2244f00"/>
    <p:sldId xmlns:r="http://schemas.openxmlformats.org/officeDocument/2006/relationships" id="265" r:id="R43a3154d20694a74"/>
    <p:sldId xmlns:r="http://schemas.openxmlformats.org/officeDocument/2006/relationships" id="266" r:id="Rc8afa6c0eaf0409e"/>
    <p:sldId xmlns:r="http://schemas.openxmlformats.org/officeDocument/2006/relationships" id="267" r:id="R82c87f9a71054393"/>
    <p:sldId xmlns:r="http://schemas.openxmlformats.org/officeDocument/2006/relationships" id="268" r:id="R4cff3c5fde7f4998"/>
    <p:sldId xmlns:r="http://schemas.openxmlformats.org/officeDocument/2006/relationships" id="269" r:id="Rca48dba49a3e45d2"/>
    <p:sldId xmlns:r="http://schemas.openxmlformats.org/officeDocument/2006/relationships" id="270" r:id="R3c9d222b3d214f00"/>
    <p:sldId xmlns:r="http://schemas.openxmlformats.org/officeDocument/2006/relationships" id="271" r:id="R01a64c56ece54e12"/>
    <p:sldId xmlns:r="http://schemas.openxmlformats.org/officeDocument/2006/relationships" id="272" r:id="Rd01a79c20c0b49af"/>
    <p:sldId xmlns:r="http://schemas.openxmlformats.org/officeDocument/2006/relationships" id="273" r:id="R13b43d7764fe4b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4b5fbb50ec42e9" /><Relationship Type="http://schemas.openxmlformats.org/officeDocument/2006/relationships/slideMaster" Target="/ppt/slideMasters/slideMaster1.xml" Id="R4a6fca85541a4200" /><Relationship Type="http://schemas.openxmlformats.org/officeDocument/2006/relationships/notesMaster" Target="/ppt/notesMasters/notesMaster1.xml" Id="Rf39da1d323d74157" /><Relationship Type="http://schemas.openxmlformats.org/officeDocument/2006/relationships/presProps" Target="/ppt/presProps.xml" Id="R4d87f9a2e00a44db" /><Relationship Type="http://schemas.openxmlformats.org/officeDocument/2006/relationships/viewProps" Target="/ppt/viewProps.xml" Id="Rbb0cb228f2e14f90" /><Relationship Type="http://schemas.openxmlformats.org/officeDocument/2006/relationships/tableStyles" Target="/ppt/tableStyles.xml" Id="R1713f3362c3a45a5" /><Relationship Type="http://schemas.openxmlformats.org/officeDocument/2006/relationships/slide" Target="/ppt/slides/slide1.xml" Id="R4eaf35ffd85e4a8b" /><Relationship Type="http://schemas.openxmlformats.org/officeDocument/2006/relationships/slide" Target="/ppt/slides/slide2.xml" Id="R4179bdd8797c4df5" /><Relationship Type="http://schemas.openxmlformats.org/officeDocument/2006/relationships/slide" Target="/ppt/slides/slide3.xml" Id="Rb809e4d2caa6443e" /><Relationship Type="http://schemas.openxmlformats.org/officeDocument/2006/relationships/slide" Target="/ppt/slides/slide4.xml" Id="R66a8b5019ee74685" /><Relationship Type="http://schemas.openxmlformats.org/officeDocument/2006/relationships/slide" Target="/ppt/slides/slide5.xml" Id="R19405955715b49e7" /><Relationship Type="http://schemas.openxmlformats.org/officeDocument/2006/relationships/slide" Target="/ppt/slides/slide6.xml" Id="R5a5502e129334a82" /><Relationship Type="http://schemas.openxmlformats.org/officeDocument/2006/relationships/slide" Target="/ppt/slides/slide7.xml" Id="Rd7b61ff5ee254f04" /><Relationship Type="http://schemas.openxmlformats.org/officeDocument/2006/relationships/slide" Target="/ppt/slides/slide8.xml" Id="R44780b7540fc486d" /><Relationship Type="http://schemas.openxmlformats.org/officeDocument/2006/relationships/slide" Target="/ppt/slides/slide9.xml" Id="R9a1879e2e2244f00" /><Relationship Type="http://schemas.openxmlformats.org/officeDocument/2006/relationships/slide" Target="/ppt/slides/slide10.xml" Id="R43a3154d20694a74" /><Relationship Type="http://schemas.openxmlformats.org/officeDocument/2006/relationships/slide" Target="/ppt/slides/slide11.xml" Id="Rc8afa6c0eaf0409e" /><Relationship Type="http://schemas.openxmlformats.org/officeDocument/2006/relationships/slide" Target="/ppt/slides/slide12.xml" Id="R82c87f9a71054393" /><Relationship Type="http://schemas.openxmlformats.org/officeDocument/2006/relationships/slide" Target="/ppt/slides/slide13.xml" Id="R4cff3c5fde7f4998" /><Relationship Type="http://schemas.openxmlformats.org/officeDocument/2006/relationships/slide" Target="/ppt/slides/slide14.xml" Id="Rca48dba49a3e45d2" /><Relationship Type="http://schemas.openxmlformats.org/officeDocument/2006/relationships/slide" Target="/ppt/slides/slide15.xml" Id="R3c9d222b3d214f00" /><Relationship Type="http://schemas.openxmlformats.org/officeDocument/2006/relationships/slide" Target="/ppt/slides/slide16.xml" Id="R01a64c56ece54e12" /><Relationship Type="http://schemas.openxmlformats.org/officeDocument/2006/relationships/slide" Target="/ppt/slides/slide17.xml" Id="Rd01a79c20c0b49af" /><Relationship Type="http://schemas.openxmlformats.org/officeDocument/2006/relationships/slide" Target="/ppt/slides/slide18.xml" Id="R13b43d7764fe4b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bb72e9fcfd4a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33f825d9f343ef" /><Relationship Type="http://schemas.openxmlformats.org/officeDocument/2006/relationships/notesMaster" Target="/ppt/notesMasters/notesMaster1.xml" Id="R36cda29a91844b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46eccaaf6b4466" /><Relationship Type="http://schemas.openxmlformats.org/officeDocument/2006/relationships/notesMaster" Target="/ppt/notesMasters/notesMaster1.xml" Id="Rdcffea5f3e4241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f27ca1622d48f3" /><Relationship Type="http://schemas.openxmlformats.org/officeDocument/2006/relationships/notesMaster" Target="/ppt/notesMasters/notesMaster1.xml" Id="R46745006bd354b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644be2f7354364" /><Relationship Type="http://schemas.openxmlformats.org/officeDocument/2006/relationships/notesMaster" Target="/ppt/notesMasters/notesMaster1.xml" Id="Ra6fba10b692141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879a29ea464bab" /><Relationship Type="http://schemas.openxmlformats.org/officeDocument/2006/relationships/notesMaster" Target="/ppt/notesMasters/notesMaster1.xml" Id="R5bd30ae3f5b249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9848b7433c43c8" /><Relationship Type="http://schemas.openxmlformats.org/officeDocument/2006/relationships/notesMaster" Target="/ppt/notesMasters/notesMaster1.xml" Id="Reb29dfaed96849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3bb95e6f6742bf" /><Relationship Type="http://schemas.openxmlformats.org/officeDocument/2006/relationships/notesMaster" Target="/ppt/notesMasters/notesMaster1.xml" Id="Rd828655aac5943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de10688574447b" /><Relationship Type="http://schemas.openxmlformats.org/officeDocument/2006/relationships/notesMaster" Target="/ppt/notesMasters/notesMaster1.xml" Id="Ra2918cf980f24b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d312f087364aa1" /><Relationship Type="http://schemas.openxmlformats.org/officeDocument/2006/relationships/notesMaster" Target="/ppt/notesMasters/notesMaster1.xml" Id="Rc021990cfab44a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5f1590d7a24c8f" /><Relationship Type="http://schemas.openxmlformats.org/officeDocument/2006/relationships/notesMaster" Target="/ppt/notesMasters/notesMaster1.xml" Id="R3bba7731c10749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18b33e299d4760" /><Relationship Type="http://schemas.openxmlformats.org/officeDocument/2006/relationships/notesMaster" Target="/ppt/notesMasters/notesMaster1.xml" Id="R127b58cc78e04e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cec836fa9c4a30" /><Relationship Type="http://schemas.openxmlformats.org/officeDocument/2006/relationships/notesMaster" Target="/ppt/notesMasters/notesMaster1.xml" Id="Rb3330dc2436e4b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aca2431fc74d4b" /><Relationship Type="http://schemas.openxmlformats.org/officeDocument/2006/relationships/notesMaster" Target="/ppt/notesMasters/notesMaster1.xml" Id="R0da3e974332e4f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67c925dbe04a88" /><Relationship Type="http://schemas.openxmlformats.org/officeDocument/2006/relationships/notesMaster" Target="/ppt/notesMasters/notesMaster1.xml" Id="R240f5c4156ce46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529201c3c14d13" /><Relationship Type="http://schemas.openxmlformats.org/officeDocument/2006/relationships/notesMaster" Target="/ppt/notesMasters/notesMaster1.xml" Id="R0819d5286a2d47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356a00a105a4ab0" /><Relationship Type="http://schemas.openxmlformats.org/officeDocument/2006/relationships/notesMaster" Target="/ppt/notesMasters/notesMaster1.xml" Id="R9cf7c8dcc60c4c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59fba5fad3451b" /><Relationship Type="http://schemas.openxmlformats.org/officeDocument/2006/relationships/notesMaster" Target="/ppt/notesMasters/notesMaster1.xml" Id="R8be064e602b147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109b7f30f14843" /><Relationship Type="http://schemas.openxmlformats.org/officeDocument/2006/relationships/notesMaster" Target="/ppt/notesMasters/notesMaster1.xml" Id="R41956d9fc6a240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60b93b7b041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a3a0e75c484c39" /><Relationship Type="http://schemas.openxmlformats.org/officeDocument/2006/relationships/slideLayout" Target="/ppt/slideLayouts/slideLayout1.xml" Id="Rd3b5d9fe70a24b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b5d9fe70a24b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8259f17774dff" /><Relationship Type="http://schemas.openxmlformats.org/officeDocument/2006/relationships/image" Target="/ppt/media/image.png" Id="R0f922eb0994c4f6c" /><Relationship Type="http://schemas.openxmlformats.org/officeDocument/2006/relationships/notesSlide" Target="/ppt/notesSlides/notesSlide1.xml" Id="R325571d6678e43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3174323a24fd1" /><Relationship Type="http://schemas.openxmlformats.org/officeDocument/2006/relationships/notesSlide" Target="/ppt/notesSlides/notesSlide2.xml" Id="Ra873dba4253d4d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1c1c7c8cc4e2b" /><Relationship Type="http://schemas.openxmlformats.org/officeDocument/2006/relationships/notesSlide" Target="/ppt/notesSlides/notesSlide3.xml" Id="Rc9ea99f3dff943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4131e4d1c4775" /><Relationship Type="http://schemas.openxmlformats.org/officeDocument/2006/relationships/notesSlide" Target="/ppt/notesSlides/notesSlide4.xml" Id="R9d17e819f68744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168eab805486e" /><Relationship Type="http://schemas.openxmlformats.org/officeDocument/2006/relationships/notesSlide" Target="/ppt/notesSlides/notesSlide5.xml" Id="Rf99549b2513b49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583ba637f47b9" /><Relationship Type="http://schemas.openxmlformats.org/officeDocument/2006/relationships/notesSlide" Target="/ppt/notesSlides/notesSlide6.xml" Id="Re5d649074d804f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97ba3dccf41d3" /><Relationship Type="http://schemas.openxmlformats.org/officeDocument/2006/relationships/notesSlide" Target="/ppt/notesSlides/notesSlide7.xml" Id="Rc4549544e77c4f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0dc2c56bc4f08" /><Relationship Type="http://schemas.openxmlformats.org/officeDocument/2006/relationships/notesSlide" Target="/ppt/notesSlides/notesSlide8.xml" Id="R6dcd21c405a241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f37ec826d402c" /><Relationship Type="http://schemas.openxmlformats.org/officeDocument/2006/relationships/image" Target="/ppt/media/image2.png" Id="Rd536408dfa6f4682" /><Relationship Type="http://schemas.openxmlformats.org/officeDocument/2006/relationships/notesSlide" Target="/ppt/notesSlides/notesSlide9.xml" Id="Radd1c7ceb96c41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f264daa8e4b44" /><Relationship Type="http://schemas.openxmlformats.org/officeDocument/2006/relationships/image" Target="/ppt/media/image3.png" Id="R716999d0b1e249bf" /><Relationship Type="http://schemas.openxmlformats.org/officeDocument/2006/relationships/notesSlide" Target="/ppt/notesSlides/notesSlide10.xml" Id="R9c4901480a0646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a6dfa1bdf44e7" /><Relationship Type="http://schemas.openxmlformats.org/officeDocument/2006/relationships/notesSlide" Target="/ppt/notesSlides/notesSlide11.xml" Id="R48cb2cf4c6d441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eae41f3e84d5f" /><Relationship Type="http://schemas.openxmlformats.org/officeDocument/2006/relationships/notesSlide" Target="/ppt/notesSlides/notesSlide12.xml" Id="R4eeaf3752a0142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85b81103d4071" /><Relationship Type="http://schemas.openxmlformats.org/officeDocument/2006/relationships/image" Target="/ppt/media/image4.png" Id="Rf7cef116931349dd" /><Relationship Type="http://schemas.openxmlformats.org/officeDocument/2006/relationships/notesSlide" Target="/ppt/notesSlides/notesSlide13.xml" Id="R7947760f34334d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4925ebd154f3c" /><Relationship Type="http://schemas.openxmlformats.org/officeDocument/2006/relationships/image" Target="/ppt/media/image5.png" Id="Rd4c3abe552da4233" /><Relationship Type="http://schemas.openxmlformats.org/officeDocument/2006/relationships/notesSlide" Target="/ppt/notesSlides/notesSlide14.xml" Id="R19a9a7d54cb944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eb3fa37d24515" /><Relationship Type="http://schemas.openxmlformats.org/officeDocument/2006/relationships/image" Target="/ppt/media/image6.png" Id="R2117966b29104cfa" /><Relationship Type="http://schemas.openxmlformats.org/officeDocument/2006/relationships/notesSlide" Target="/ppt/notesSlides/notesSlide15.xml" Id="R3b0d8eb4855945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3c8cdb81e48ed" /><Relationship Type="http://schemas.openxmlformats.org/officeDocument/2006/relationships/notesSlide" Target="/ppt/notesSlides/notesSlide16.xml" Id="Re4cfd623cc2744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84ef905ae40f7" /><Relationship Type="http://schemas.openxmlformats.org/officeDocument/2006/relationships/notesSlide" Target="/ppt/notesSlides/notesSlide17.xml" Id="Rddd247fb331748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ae05d2f574805" /><Relationship Type="http://schemas.openxmlformats.org/officeDocument/2006/relationships/notesSlide" Target="/ppt/notesSlides/notesSlide18.xml" Id="R3499219218c14e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61EEF3-BF93-4D62-BF44-9B1B5DBB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236BC-B777-46D8-86F2-1B1FBB79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89BF6-31CD-450A-A036-A4CA1163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495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22eb0994c4f6c"/>
          <a:stretch xmlns:a="http://schemas.openxmlformats.org/drawingml/2006/main"/>
        </p:blipFill>
        <p:spPr>
          <a:xfrm xmlns:a="http://schemas.openxmlformats.org/drawingml/2006/main">
            <a:off x="9940718" y="552450"/>
            <a:ext cx="825914" cy="1047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DA488-E818-4020-8F70-B636C8D2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4C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4CF"/>
                </a:solidFill>
                <a:latin typeface="Arial"/>
                <a:ea typeface="Arial"/>
                <a:cs typeface="Arial"/>
              </a:rPr>
              <a:t>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C5A72-1EF0-4DCD-A743-B8A26F82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8096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de Inventário Baseado em Tecnologia RFID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1BE63-3D3F-445B-8146-C14E49B9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DEDE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DE5"/>
                </a:solidFill>
                <a:latin typeface="Arial"/>
                <a:ea typeface="Arial"/>
                <a:cs typeface="Arial"/>
              </a:rPr>
              <a:t>Aplicado ao Colegiado de Ciência da Computação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52180-E394-419B-B6A3-2232C11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Ezequiel Lobo Oliveira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B82D8-0339-4132-BC8A-A2AA7740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D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DE5"/>
                </a:solidFill>
                <a:latin typeface="Arial"/>
                <a:ea typeface="Arial"/>
                <a:cs typeface="Arial"/>
              </a:rPr>
              <a:t>Orientador: Prof. Jorge Lima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907A3-D80F-41F1-9EE4-01172969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D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DE5"/>
                </a:solidFill>
                <a:latin typeface="Arial"/>
                <a:ea typeface="Arial"/>
                <a:cs typeface="Arial"/>
              </a:rPr>
              <a:t>UESC · 2026</a:t>
            </a:r>
          </a:p>
        </p:txBody>
      </p:sp>
    </p:spTree>
    <p:extLst>
      <p:ext uri="{BB962C8B-B14F-4D97-AF65-F5344CB8AC3E}">
        <p14:creationId xmlns:p14="http://schemas.microsoft.com/office/powerpoint/2010/main" val="10826750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9109FA-1344-4935-9F02-E78F9317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F0635-C2D5-4BD7-BEC7-4B9EE2E6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DAF1A-60B1-4933-AB12-6A1175C9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14928FD6-A9B2-4191-8081-AB62544B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ROTEIRO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CBAC1-B0DF-4246-ADD0-DECE81E4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6C33B-8826-4D9D-A61E-51311314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 defesa segue o fluxo recomendado para 15 minutos.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2CE4F-FF41-41BE-B634-FF1EAEC5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3840F-CD3E-4E21-BAD2-6B33A0C2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Introdução, motivação e objetivos em até 5 minutos.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DA038-F829-4540-B372-3E992FB7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811A-A333-4D00-97BA-BDE790A2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Metodologia, implementação, resultados e discussão como núcleo da apresentação.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57F7E-36C0-4E97-9C85-B60A20D0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1C3BB-D877-4E00-ABBD-8B95DE6A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Conclusão com contribuição, limites e continuidade da proposta.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6F04A-B921-4CB9-94EE-2839ED7A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388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42AB6-CECC-4886-B750-D7A511C4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431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183B4-F2DE-438D-81B8-05F850C1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051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tempo total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2C97E-B3D5-49CE-B94D-7AFAC32F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388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2057F-DFF6-473D-849C-6E17AA6B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9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B50CF-D3F5-470D-AA73-38B11080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719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slides de conteúdo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B405C-1121-4A50-8FBE-14E3B7E4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81500"/>
            <a:ext cx="388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A9D36-9AA1-4FD6-99B7-C5C27833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76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ênfase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791D9-5C9A-4155-9FFB-44B5036A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387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resultados e discussão</a:t>
            </a:r>
          </a:p>
        </p:txBody>
      </p:sp>
    </p:spTree>
    <p:extLst>
      <p:ext uri="{BB962C8B-B14F-4D97-AF65-F5344CB8AC3E}">
        <p14:creationId xmlns:p14="http://schemas.microsoft.com/office/powerpoint/2010/main" val="13190335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6F2829-4700-494F-9AB2-0EF769F2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A91B2-034B-45E3-94E6-EEDD0D32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7A644-DD30-4EAC-A173-2C238404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E0BCEBE9-8FCB-41C2-A89E-586868DB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INTRODUÇÃO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B4D50-4224-400B-AED1-3FA33196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8874B-EF86-427F-BCA7-FDC1FEE9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O controle manual dificulta manter o inventário físico alinhado ao registro lógico.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8CBF4-25F4-4871-AFB4-3304AF3C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E4DC2-EDD7-4981-A695-8C67C07E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Ambientes acadêmicos concentram equipamentos em laboratórios, salas e espaços compartilhados.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6508D-652B-4B58-B4EF-61C5D2D2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3798E-A5B6-4D08-88B6-380DAC43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 conferência visual depende de tempo, atenção e atualização manual.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4759E-833C-4EBB-A99E-58127042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096B0-70ED-4234-92D3-01098892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Divergências de localização comprometem rastreabilidade e tomada de decisão.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F8876-710A-4B88-B2A3-156D77CC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669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A8FC4-7BD6-4AD9-87C3-442CE3E4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717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Inventário lógico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00BB9-0F6D-40E3-B515-626F508F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765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registro esperado no sistema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35CA9-9654-4AA4-ADF7-82A1A39E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B7C96-0201-4286-89D0-1463A7EC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623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Inventário físico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06FEF-08D3-4A12-83B9-DDE51BBB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671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situação observada no ambiente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924F0-79FE-4567-9B6F-245F4092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D9F8C-08BD-4532-835D-7996C93B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529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Inconsistência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68075-94E1-4AFE-8073-638A45BC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577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diferença entre esperado e detectado</a:t>
            </a:r>
          </a:p>
        </p:txBody>
      </p:sp>
    </p:spTree>
    <p:extLst>
      <p:ext uri="{BB962C8B-B14F-4D97-AF65-F5344CB8AC3E}">
        <p14:creationId xmlns:p14="http://schemas.microsoft.com/office/powerpoint/2010/main" val="16689929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82A653-7933-48ED-9E8B-99A8ACFA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3388A-A321-4C7D-BCA7-78460A80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437AD-8CBE-48E2-99ED-AB000F6E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6109B01B-6DC8-4B3D-8531-BC43F18C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MOTIVAÇÃO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B36E2-E838-43A7-8461-B4BF26DA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421D5-536D-48CC-A0BB-3C7D5167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RFID foi adotado como meio para transformar identificação física em evento computacional.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EEC91-B431-4487-B75A-F2AAC2F0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DBFAE-261E-4357-A713-F2A6CE16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Etiquetas associam bens físicos a identificadores digitais.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3549F-BE37-4BC2-96DD-A71733C0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CD15F-3331-4128-AA19-15E63F38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Leitores capturam tags e enviam eventos ao sistema.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9BFCB-F03C-45AC-88F0-44124C0B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C581A-B159-4A3E-8EE6-38DC33E2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 aplicação interpreta leituras como evidência para auditoria patrimonial.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20DC7-0003-409B-AE0B-0045414C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669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636B3-60ED-45CC-A5F2-7E1A4EAF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717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Menos dependência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37212-666F-42D4-AC42-F90C570E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765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linha de visada e conferência item a item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5C573-7709-407C-9003-F4594B0A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54912-4823-41B9-9C11-9CC7E8E7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623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Mais rastreabilidade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56515-99A7-445C-827D-C73136A4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671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histórico, auditoria e inconsistências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F317D-7BAB-4FFF-9927-2F1BDF42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3D764-6739-4BCC-ACDE-02B29955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529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Cautela experimental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1DEDA-DA13-4928-A0D3-F3E73322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577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sem extrapolar alcance ou leitura simultânea</a:t>
            </a:r>
          </a:p>
        </p:txBody>
      </p:sp>
    </p:spTree>
    <p:extLst>
      <p:ext uri="{BB962C8B-B14F-4D97-AF65-F5344CB8AC3E}">
        <p14:creationId xmlns:p14="http://schemas.microsoft.com/office/powerpoint/2010/main" val="17717633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449A2-7D7E-48C2-9FEE-734F7D00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76861-8FF7-4123-9402-46FD0E0B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5338C-4D07-4035-BAFB-FE647F68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8FF2698A-BC89-4D04-BF6E-D4531B72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F18EB-38A1-453C-8173-44362C4A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AF56D-3E94-4211-8F22-D659DF65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O objetivo foi construir e validar funcionalmente um protótipo web de inventário com RFID.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C2719-DA4E-459D-A7B7-8C862737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7CBBC-F820-4361-88BC-13B9711A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Cadastrar ativos, locais, leitores RFID e eventos de leitura.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87CBA-4A41-4D96-ADFF-F068644A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22CAE-1A3A-4F02-83AE-E648CD31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Processar tags para atualizar localização física e apoiar auditorias.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30C25-4282-4158-987F-33891176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54F03-8A63-4DD6-97F6-AC0D43DB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Validar o fluxo de leitura, API, persistência e registro de inconsistências.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7030A-D5BB-440F-9E93-CC2FBB15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388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E2FC6-0FE8-422F-94E5-CD1BCAB5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431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API 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2A2E0-264F-43BE-9C1C-77129C12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051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entrada padronizada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322F6-670B-4592-BB7A-7DD4E680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388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C1358-C7E6-432D-AC62-CBAE5F4D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9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RFID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2E3C7-8C2C-4A70-8896-0D545245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719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identificação física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5FF2F4-EF3A-4412-8DA0-FB5CFDBF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81500"/>
            <a:ext cx="388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8615B2-65BE-46F2-81D5-FE7B5233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76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Auditoria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B29A5-4DDB-4655-B736-35F02C2F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387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comparação lógico/físico</a:t>
            </a:r>
          </a:p>
        </p:txBody>
      </p:sp>
    </p:spTree>
    <p:extLst>
      <p:ext uri="{BB962C8B-B14F-4D97-AF65-F5344CB8AC3E}">
        <p14:creationId xmlns:p14="http://schemas.microsoft.com/office/powerpoint/2010/main" val="19747320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421B9E-F98B-4C3F-A0D2-2FA74789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60BC1-3784-4EB2-914D-41C9F77C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C6F19-A2B3-4BC1-BC98-A4D67807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03E84B96-78C3-4E26-AB1B-4951FDD6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TRABALHOS RELACIONADOS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5928E-4875-4DCF-AF97-D24FB3CF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E7433-7DBA-4885-A4A3-E74DAF7C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 literatura reforça RFID, middleware e cautela na validação física.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12BDF-1171-4658-97D3-F7508745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2743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620EC-9A8A-47CA-A84C-8BEA7FB0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7180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RFID em inventário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9B3B1-DB14-4E3A-9A38-9C486728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2209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base conceitual para automação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61867-8C96-4A3B-9601-CC30A025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743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5C5A6-B68F-4412-B266-DF7F6789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7180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Middleware/IoT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3CF00-4847-4BE7-90C2-6C95A36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86150"/>
            <a:ext cx="2209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eventos, normalização e integração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53B12-9CF9-454D-9553-BF5B0F64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2743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0E7A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ED31D-4680-40A0-A2B4-7A7F65E1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Este protótipo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63085-0A41-4777-A259-FDDC28DD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2209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auditoria patrimonial com comparação esperado-observado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776D3-BF1B-4DA7-A9B4-DB7B282B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Síntese: o trabalho adota RFID e middleware como base, mas mantém explícito que a validação física foi limitada ao hardware disponível.</a:t>
            </a:r>
          </a:p>
        </p:txBody>
      </p:sp>
    </p:spTree>
    <p:extLst>
      <p:ext uri="{BB962C8B-B14F-4D97-AF65-F5344CB8AC3E}">
        <p14:creationId xmlns:p14="http://schemas.microsoft.com/office/powerpoint/2010/main" val="10419768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88B10A-E55E-43AD-9185-961C3727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85C3A-43E8-48D6-B989-504794C9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25FF3-4211-410D-8D26-5C8F8F2F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27451451-F106-4926-985E-5EA8FD4B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METODOLOGIA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91901-8A7E-41A0-A8E3-CF05EAE3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2C3AD-D6ED-463C-822D-99FD0CD2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 pesquisa foi aplicada e concentrou a avaliação no fluxo funcional do software.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14658-72FD-4D1F-9B59-6AFDA8D2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971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EA49A-F237-4ED3-8C95-7C1554E7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0E7A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CDB47-6713-4C1D-AEBA-49285E97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5C78C-12D2-4E2B-AC94-4B3FAF1D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Revisão e requisitos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09167-3824-4E8B-8043-84A9DFE1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Controle patrimonial, RFID, IoT, auditoria e trabalhos relacionados.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4E883-356C-496A-87FC-6758B6FF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2971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D2BE7-593E-4DF6-8A27-749341A8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0E7A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E3405-2512-4090-AA28-C184057B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EB5EB-9707-468A-8BB4-19B53B5D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052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Modelagem e implementação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E8E19-5C1D-497C-838E-8AC1218D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386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Entidades, API, regras de leitura, interface e persistência.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DF3D5-1443-4235-8E00-56CC83AE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971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2170A-477D-41C1-9987-19CBE41B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0E7A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BE51D-E6CC-436C-ABEB-96FE5979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AE754-0972-46C5-82B4-C1A93989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052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Validação funcional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E5C56-B465-4987-BA83-CA23D50D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Cenários controlados com leitor de proximidade, tag e comunicador.</a:t>
            </a:r>
          </a:p>
        </p:txBody>
      </p:sp>
    </p:spTree>
    <p:extLst>
      <p:ext uri="{BB962C8B-B14F-4D97-AF65-F5344CB8AC3E}">
        <p14:creationId xmlns:p14="http://schemas.microsoft.com/office/powerpoint/2010/main" val="10686435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7B27F7-807A-46C7-BC02-518C6DBB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2A32A-A61A-46FE-B55D-4D3F8640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94B3C-92D0-412C-BA5F-C8C75753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7B462C0A-AF2D-42EA-82EF-95294B27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MATERIAIS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30A2E-4668-4518-98BD-D8E335C2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91ECC-19B1-43BA-B3F8-E4E3D971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O protótipo separa aplicação web, API e integração RFID.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12276-6715-4500-B072-873F2712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25FEA-2F34-4C84-AE65-79E15CF3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Frontend: Next.js, React e TypeScript para operação e acompanhamento.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2E605-B1BF-4597-B432-B6C6C9EA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1CAC3-341F-47CF-AD20-0BF6DA1A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Backend: Django REST Framework para regras, endpoints e autenticação.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E44C6-F9AF-4FA0-8190-BEA81F68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D012E-B4E9-4AB2-BB9E-7380ED47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Hardware: leitor RFID USB/OTG de 13,56 MHz, uma tag física e comunicador intermediário.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D637F-74D3-41CC-8B9D-AD3F9F4D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388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E0031-07FB-4092-8316-05959616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431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8403D-9F84-4B28-B4A4-1A7B27B6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051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persistência 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3681E-FFDC-48B1-AAD7-DDB9DA58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388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04575-9A1A-4AB8-A82C-0E5A453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9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Token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21895-E3F8-4D82-BA43-B92E02B1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719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ingestão RFID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010D6A-532C-494F-9481-556BB796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81500"/>
            <a:ext cx="388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82762D-1DDF-41C5-8A5D-EEBD67A5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76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USB/OTG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6D6E0A-ABB9-40B9-80F7-458AED28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387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leitor validado</a:t>
            </a:r>
          </a:p>
        </p:txBody>
      </p:sp>
    </p:spTree>
    <p:extLst>
      <p:ext uri="{BB962C8B-B14F-4D97-AF65-F5344CB8AC3E}">
        <p14:creationId xmlns:p14="http://schemas.microsoft.com/office/powerpoint/2010/main" val="13057906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DBCBBC-6253-41D0-ADBB-DB8F9A30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2C82B-B254-474D-89D1-26A62BDA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6824F-7B5B-4EE5-9B3B-54CF7926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92CE9E3C-DAD5-4E0C-9B08-4D6FC30F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ARQUITETURA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4EC95-6836-45E5-82C7-EC65D8D3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4148E-8EDE-43D9-9793-8DE7DF35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 API atua como ponto comum entre interface, leitores e regras de inventário.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79214-6606-48F5-A897-D4BE9EF3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05727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6408dfa6f4682"/>
          <a:stretch xmlns:a="http://schemas.openxmlformats.org/drawingml/2006/main"/>
        </p:blipFill>
        <p:spPr>
          <a:xfrm xmlns:a="http://schemas.openxmlformats.org/drawingml/2006/main">
            <a:off x="3626444" y="2076450"/>
            <a:ext cx="4958162" cy="3505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3FF44-1FA2-4422-8FF1-4C2831D9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67400"/>
            <a:ext cx="1028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Arquitetura geral proposta para o InventoryRFID.</a:t>
            </a:r>
          </a:p>
        </p:txBody>
      </p:sp>
    </p:spTree>
    <p:extLst>
      <p:ext uri="{BB962C8B-B14F-4D97-AF65-F5344CB8AC3E}">
        <p14:creationId xmlns:p14="http://schemas.microsoft.com/office/powerpoint/2010/main" val="20774013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AE9AE8-03B9-429C-A1B4-73B07FEE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42B51-C7EA-48E1-A73D-397DC2D4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28688-CCCE-4642-8CFA-E75258F1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330C3BA2-D2B1-4AD0-A97C-9AD61F59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MODELAGEM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3AA4F-2F3A-4B4B-BC1D-EF9DCDE1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0F857-06DB-4E88-80FC-AF387A52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 solução foi modelada para conectar usuário, cadastros e integração RFID.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23173-DBC8-4E7C-B54B-C8BC6113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05727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999d0b1e249bf"/>
          <a:stretch xmlns:a="http://schemas.openxmlformats.org/drawingml/2006/main"/>
        </p:blipFill>
        <p:spPr>
          <a:xfrm xmlns:a="http://schemas.openxmlformats.org/drawingml/2006/main">
            <a:off x="3488531" y="2076450"/>
            <a:ext cx="5233988" cy="3505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2136A-A164-4DE4-B6E2-2074705F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67400"/>
            <a:ext cx="1028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Casos de uso principais do sistema.</a:t>
            </a:r>
          </a:p>
        </p:txBody>
      </p:sp>
    </p:spTree>
    <p:extLst>
      <p:ext uri="{BB962C8B-B14F-4D97-AF65-F5344CB8AC3E}">
        <p14:creationId xmlns:p14="http://schemas.microsoft.com/office/powerpoint/2010/main" val="19118708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D17672-45DB-4A72-B063-3B0D3A66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D3180-2181-42F6-A292-0307E1CF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1D2A5-D8F5-4357-A530-371DE141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A1BD1C8F-4DD0-4F92-AA90-4272DCBC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FLUXO RFID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C8836-B364-4650-A7A0-E577CF6E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687A1-A3CE-4355-8852-2B3003E9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O fluxo distingue validação física real e caminho escalável por sensores/gateways.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EBA6B-359C-4A4D-92B0-5B744ED0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9E23C-225C-465A-BE87-1F50F23B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A55EB-6001-4A27-B7D0-D86857FB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Rota validada fisicamente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8DF58-B0D3-483E-8179-C19710B8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0E7A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4D65D-8644-4D23-A8DC-4919A39E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2E8EF-7A03-46E4-84F0-92AC093E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86100"/>
            <a:ext cx="384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Leitor USB/OTG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7AEBA-55C9-456F-A6F0-33ACA5C7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0E7A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01C80-6295-438F-AB0E-E31823A5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8F899-6A95-4E0D-A4F6-8F89784C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3300"/>
            <a:ext cx="384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Comunicador intermediário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E0119-EAC7-408B-A8E7-34D980E0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0E7A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3118D-BA3C-4027-8355-18C73E47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A4DB9-DBED-4158-85B9-B56893A9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384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Evento tags_read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DF8EFE-8BD2-40F3-BE72-F6747977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0E7A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E6010-05F7-4807-9CBB-1FB9EC2B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A50E3-BF46-4037-B324-48C8BD9F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384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API processa auditoria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9FC0D-EF09-48D1-A572-489E945B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79521-8375-47CF-880D-176DF922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449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Comprovada com leitor de proximidade, uma tag e requisição HTTP ao backend.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F98B7-4562-4DE3-AD96-C5A9E9EB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B0D52-59A0-46A1-8DD0-959BB306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592252-6308-4E17-80F7-531BC643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Rota escalável verificada por software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DE7FA6-6DCD-45C4-BBC5-48C0E3D9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D8A21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F9DF70-4046-431C-9B8F-CF1CB84C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8E93DC-9382-496E-92ED-A6A97DEA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86100"/>
            <a:ext cx="384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Sensor/gateway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B4F9D-ED00-4A92-8C3A-A34FE89E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24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D8A21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068CDA-A696-4828-9FF7-36EE5070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623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30F6A9-20F0-4528-8A28-6AB6D16E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43300"/>
            <a:ext cx="384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Evento motion_detected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8E9121-3336-45B0-B271-83D53BFB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81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D8A21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F56449-A461-42F7-9179-D31BDA4A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195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C6F905-C56E-476F-ACF4-5B48D844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384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Janela start_reading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372D45-7FFE-4894-BE7D-DAA4E0CD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3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D8A21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44E605-E757-4A55-8EBF-DBB8BA0E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4CC665-6EC7-4C93-912D-BDC8ED7C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57700"/>
            <a:ext cx="384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tags_read enviado à API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E0F045-65D4-4506-BEC5-16CF78B6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911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0497B-6F4F-4D1E-9326-965B961B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9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Preserva o desenho para sensores e leitores em rede, sem afirmar validação física completa.</a:t>
            </a:r>
          </a:p>
        </p:txBody>
      </p:sp>
    </p:spTree>
    <p:extLst>
      <p:ext uri="{BB962C8B-B14F-4D97-AF65-F5344CB8AC3E}">
        <p14:creationId xmlns:p14="http://schemas.microsoft.com/office/powerpoint/2010/main" val="13286473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2A7132-EC90-438F-B04B-74FB4B5F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CF71A-03F9-4052-A7C5-320DB7E0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50E0C-0927-4D8F-9A0E-F70591A4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D48FCB2A-9205-43A8-BAD6-3384E7D6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PROCESSAMENTO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FD292-BCE2-40AA-B225-166F6639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3AF90-F9DA-49C6-9EAF-ABC6C4BE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Cada leitura é validada, normalizada e convertida em consequência operacional.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6579C-85C5-4D89-99D2-85E8EFB2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971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ED6E2-2949-4C79-BB7C-3D0B6B3F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0E7A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93990-9EBB-4EAD-98AB-5465A43C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40B8E-D592-472F-A958-E990C4F4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Receber evento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3A5EE-7B3D-49A5-9171-A145C1E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tags_read enviado pelo comunicador ou por dispositivo com rede.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66687-AE34-4A03-89E4-3C3A4A50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2971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57EE4-B260-416B-838A-01CC8D81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0E7A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79EEE-06A1-4E94-87F8-81F39B19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476DF-59D1-4665-A483-4F01D514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052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Aplicar regras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51782-0EC7-4580-B92F-015E615A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386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autenticação, janela ativa, deduplicação e validação da tag.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23BFB-6958-45B8-8375-8D89D07D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971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5D2C83-691D-468E-AB31-3EA9D4AB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0E7A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51969-DA93-40F9-955E-5D5154A8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88408-643E-4EA7-AD21-F17AA3E4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052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Registrar efeito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D91F4-94EA-4BEC-9E22-F2245A2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atualização de local, histórico, auditoria ou inconsistência.</a:t>
            </a:r>
          </a:p>
        </p:txBody>
      </p:sp>
    </p:spTree>
    <p:extLst>
      <p:ext uri="{BB962C8B-B14F-4D97-AF65-F5344CB8AC3E}">
        <p14:creationId xmlns:p14="http://schemas.microsoft.com/office/powerpoint/2010/main" val="148731924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9183EC-0B08-4047-876C-BDE32F4F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90837-77BC-4B13-9288-B9DACDC2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64874-6D1F-4E45-8CAE-940A2B61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F8A7A11E-43CF-4D10-BB9D-D51C9996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9F2E2-734D-4275-90F0-6009F0C8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7117E-A594-46AA-AE4A-07E96F3E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O painel inicial resume o estado operacional do inventário.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8F05A-471C-489B-8A8D-4737A28E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05727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ef116931349dd"/>
          <a:stretch xmlns:a="http://schemas.openxmlformats.org/drawingml/2006/main"/>
        </p:blipFill>
        <p:spPr>
          <a:xfrm xmlns:a="http://schemas.openxmlformats.org/drawingml/2006/main">
            <a:off x="4673207" y="2076450"/>
            <a:ext cx="2864636" cy="3505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BC9DD-0238-4512-92A5-9A623D01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67400"/>
            <a:ext cx="1028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Indicadores de leitores, itens, inconsistências e eventos recentes.</a:t>
            </a:r>
          </a:p>
        </p:txBody>
      </p:sp>
    </p:spTree>
    <p:extLst>
      <p:ext uri="{BB962C8B-B14F-4D97-AF65-F5344CB8AC3E}">
        <p14:creationId xmlns:p14="http://schemas.microsoft.com/office/powerpoint/2010/main" val="18367398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FBD14E-3DE6-43E0-B19B-3921E4C6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A70B8-2C49-42EC-A309-B9FF7608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D56D5-2778-44F9-B113-75F70039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385794FC-D7A6-41ED-BEBC-04CA91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AUDITORIA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1EC9A-0AB5-41AB-A2FE-854058F0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CF761-63F9-495B-A9CC-EB1B12D6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 auditoria compara itens esperados com tags detectadas durante a janela de leitura.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87236-C59E-4E23-BE9F-D127F1F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05727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3abe552da4233"/>
          <a:stretch xmlns:a="http://schemas.openxmlformats.org/drawingml/2006/main"/>
        </p:blipFill>
        <p:spPr>
          <a:xfrm xmlns:a="http://schemas.openxmlformats.org/drawingml/2006/main">
            <a:off x="3581781" y="2076450"/>
            <a:ext cx="5047488" cy="3505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0A777-0566-4F80-B3C3-DC9B1DC4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67400"/>
            <a:ext cx="1028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Tela de auditoria patrimonial com RFID.</a:t>
            </a:r>
          </a:p>
        </p:txBody>
      </p:sp>
    </p:spTree>
    <p:extLst>
      <p:ext uri="{BB962C8B-B14F-4D97-AF65-F5344CB8AC3E}">
        <p14:creationId xmlns:p14="http://schemas.microsoft.com/office/powerpoint/2010/main" val="194540890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612ADE-3EE6-456B-AC7F-29ADB38C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3894D-634B-4D76-AEDE-F7A7C072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C5524-E9ED-4E94-BA1D-1B165961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F49D7BA0-A7D8-499A-BD46-B41E8AA8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INCONSISTÊNCIAS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1242D-72EB-4903-BB08-E9AF04DA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DDD78-6758-4489-B570-104810ED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Divergências deixam de ser anotações soltas e passam a ter acompanhamento.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14172-F7B7-4234-9D6F-1AD72A02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05727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7966b29104cfa"/>
          <a:stretch xmlns:a="http://schemas.openxmlformats.org/drawingml/2006/main"/>
        </p:blipFill>
        <p:spPr>
          <a:xfrm xmlns:a="http://schemas.openxmlformats.org/drawingml/2006/main">
            <a:off x="3581781" y="2076450"/>
            <a:ext cx="5047488" cy="3505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30145-5A6E-42D8-8B84-5E6271FC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67400"/>
            <a:ext cx="1028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Acompanhamento de pendências como item ausente, local divergente e tag desconhecida.</a:t>
            </a:r>
          </a:p>
        </p:txBody>
      </p:sp>
    </p:spTree>
    <p:extLst>
      <p:ext uri="{BB962C8B-B14F-4D97-AF65-F5344CB8AC3E}">
        <p14:creationId xmlns:p14="http://schemas.microsoft.com/office/powerpoint/2010/main" val="2837817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11F806-D6E8-4AEE-A136-4718B06D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F0FA2-7D30-402C-B86F-4F469AD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30016-F883-4257-80FF-103BBEDB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49157E92-E497-4049-A2AE-89F0241E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VALIDAÇÃO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45E5E-18BD-4B27-BC88-8941D025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4F0C6-5848-44BD-A8CD-DCB4793A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Seis cenários confirmaram o comportamento funcional em dois ambientes.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617D2-88C4-4340-943F-9DCEB2B6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852C4-786E-4C3A-883C-02BF032D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Cenário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ACFE2-0BEF-483E-B1FD-1C63309A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383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33211-DCD1-4834-8D87-86A68D59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Execuções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275FE-4848-456D-84A1-E4E26065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383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EBDFD-B455-408E-8C83-297323B0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14550"/>
            <a:ext cx="592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Evidência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F1886-3F5C-45CA-A689-78809A97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FDB10-9664-4B4F-A7BE-491515FC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Leitura conhecida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CA847-0119-48B1-90FC-084C4EAC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384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6F0E8-F93C-46BE-9A73-09BE0EA3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146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6/6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3B053-F694-4FFC-8892-44A2D288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3840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6D515-E805-49A3-A6E7-947A8922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14600"/>
            <a:ext cx="592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item detectado e ausentes classificados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F3F5D3-62AB-44A0-8196-6FA11ED4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EC3D0-1594-46D0-A676-EDB6EE9E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Resolução de inconsistência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810A6-1730-42B7-9DFD-79DF2666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718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CE87E0-B3AA-4E97-8EBA-DE866E61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480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6/6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452FD2-9AC9-4F2E-84BE-EC0B4633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7180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90526-45E5-4B65-9DBF-4EE7EAB3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48000"/>
            <a:ext cx="592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pendência encerrada com histórico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5A4913-38BD-47A8-81F9-B4494C0E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F280E1-F0EF-44B5-8098-2353DE3F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Tag desconhecida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685DC4-3920-4B88-AF5B-31A19F7A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052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B1B1B6-A17A-44DB-8CC9-E6E4FBD5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814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6/6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314F39-9B96-4E2B-A8EC-7FEB6921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0520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2B51D4-D0D1-44F1-A2BD-C3C61110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81400"/>
            <a:ext cx="592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inconsistência registrada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D1C2E0-76ED-48F6-8071-0635051B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1874E4-C9DF-49F8-AE71-6B50EE6C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Local divergente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046C45-6A38-4932-ACAC-C8A29912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386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5E31B5-1F33-410B-9F75-DBBE8DE6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148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6/6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B6E064-C82D-4A92-BA17-BD844FE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3860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8CC4F9-5DF6-4F00-94B4-31F6C9CD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14800"/>
            <a:ext cx="592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divergência identificada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B6248E-31CD-403B-9AC2-F6EECD30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269D3B-7B79-4F6F-9CA7-F8275F18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Duplicidade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812F2C-AA8F-4733-81E6-46DD9DE1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720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966A0D-E3A3-4246-80BE-1452B008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482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6/6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B4972D-8B83-4F35-AB3C-6091A512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7200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A4D288-BDCA-472E-9238-96F9EB74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48200"/>
            <a:ext cx="592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leituras consolidadas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D5E0F5-ED58-484B-91EA-361B6EAA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882B6C-D91C-4083-9275-8BCD991B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Leitor sem resposta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36A1F6-5AC4-4E4B-A90D-B24A5D08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054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6EE2DF-C4F9-4381-891D-E57CA4A3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6/6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E1D79B-3D37-4B13-9280-2D16EA06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0540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AA8A6A-89C2-402B-A8A0-EB151BA6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181600"/>
            <a:ext cx="592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estado sinalizado</a:t>
            </a:r>
          </a:p>
        </p:txBody>
      </p:sp>
    </p:spTree>
    <p:extLst>
      <p:ext uri="{BB962C8B-B14F-4D97-AF65-F5344CB8AC3E}">
        <p14:creationId xmlns:p14="http://schemas.microsoft.com/office/powerpoint/2010/main" val="35528975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BCA70C-CEDE-4FAE-BE75-94BC2B0C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04D80-A2B2-4707-976F-A78AF89E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CE24A-A721-42BA-8556-B3F75EC5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ED60B812-621C-4FAC-BF70-EECFDD31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DISCUSSÃO E CONCLUSÃO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0D539-A803-491F-B5CB-676813C9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A3B6A-34B5-4A3D-9920-07B95AAA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O resultado principal é a validação da arquitetura de software para inventário com RFID.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8D3BF-0D48-49BD-AC84-D38CEFD0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668D3-5EF8-4817-9BFF-6F3BA158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O protótipo integra cadastro patrimonial, eventos RFID, auditoria, histórico e inconsistências.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601C0-4457-4FDE-A9CF-B22A1C4D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C3A33-8BE0-4F42-8509-440B7D49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 contribuição está em transformar leitura RFID em evidência para comparar inventário lógico e físico.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B88CB-3D50-44EA-AAEB-15BC3BBC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6A0D3-A50D-44C0-A9AA-712651AF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Os limites são claros: não foram medidos alcance, taxa de leitura, múltiplas tags ou interferência ambiental.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50B40-AC52-4CBA-BA3B-EAF6991A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669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2BFA2-431A-4716-94BB-AA60A7AF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717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Contribuição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81114-9634-4A73-9B44-216CC499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765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base funcional extensível para rotinas patrimoniais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6DA87-6E73-4930-B902-D75D5B20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C2953-B7EB-4999-9767-DE54D47D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623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Limite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DB090-3354-4E36-AE3A-8294F195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671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validação física restrita ao leitor de proximidade e uma tag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6E0F0-A16B-4D0C-87A3-D101AFD6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55D50-FA13-4F14-846B-473A90D5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529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Futuro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640119-548A-41F8-ADC4-EEB96A49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577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antenas de maior alcance, sensores, múltiplas tags e relatórios</a:t>
            </a:r>
          </a:p>
        </p:txBody>
      </p:sp>
    </p:spTree>
    <p:extLst>
      <p:ext uri="{BB962C8B-B14F-4D97-AF65-F5344CB8AC3E}">
        <p14:creationId xmlns:p14="http://schemas.microsoft.com/office/powerpoint/2010/main" val="170330147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264D3D-FC24-4AF9-B6B7-F2F52A00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857AB-36E6-44FD-82F4-DF2CAB00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8D884-ECF4-4727-A11E-1068C8CA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E6A3F6B2-4488-46FB-A782-B254DD16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D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5D3B"/>
                </a:solidFill>
                <a:latin typeface="Arial"/>
                <a:ea typeface="Arial"/>
                <a:cs typeface="Arial"/>
              </a:rPr>
              <a:t>REFERÊNCIAS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9DBBD-9C50-4697-B34D-C67769F1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160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06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60E3B-EEAC-416F-904A-A39400A2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Principais referências usadas na apresentação.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92C21-F429-4483-A325-4529FBF4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2C3CB-8349-4B5F-841B-4A094A95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145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ALWADI et al. RFID smart inventory management system: A survey.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FB778-0DEA-45F0-913A-19A163FA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88660-2CDF-4C07-A8FF-F9344AD4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ABIJÁUDE et al. Plataforma InventoryIoT para inventário automatizado.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75F25-5E4A-4287-917E-24804712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30871-667C-44E9-83F1-00B48C4B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BRITO et al. Etiquetas inteligentes na gestão patrimonial pública.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F43E4-F59F-4C7D-BFA3-27946005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6B2B7-019B-4FA4-AF2F-F5828F67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MASHAYEKHY et al. Impact of Internet of Things on inventory management.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811BA-C642-42D9-81E3-9D6BA43C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50C39-D136-48FD-9C25-A3AD0F88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TING et al. A framework for RFID implementation in inventory management.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0F7BD-938B-4A09-A340-54480F6C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D6A14-082D-4AD4-A1B4-718E456E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863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KNAPP; WANG. Interference in RFID installations.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48ECB-BB8D-4031-A0DA-D9AAEC32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F5E71-9C16-4E35-A48E-273027A7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006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Tribunal de Contas do Estado da Bahia. Orientações para controle patrimonial.</a:t>
            </a:r>
          </a:p>
        </p:txBody>
      </p:sp>
    </p:spTree>
    <p:extLst>
      <p:ext uri="{BB962C8B-B14F-4D97-AF65-F5344CB8AC3E}">
        <p14:creationId xmlns:p14="http://schemas.microsoft.com/office/powerpoint/2010/main" val="434034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2026-06-16T19:44:46.9170000Z</dcterms:created>
  <dcterms:modified xsi:type="dcterms:W3CDTF">2026-06-16T19:44:46.9170000Z</dcterms:modified>
</coreProperties>
</file>