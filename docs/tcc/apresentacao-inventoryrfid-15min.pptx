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06e8ac333342c8" /><Relationship Type="http://schemas.openxmlformats.org/officeDocument/2006/relationships/extended-properties" Target="/docProps/app.xml" Id="R23971a8c10584a6e" /><Relationship Type="http://schemas.openxmlformats.org/officeDocument/2006/relationships/officeDocument" Target="/ppt/presentation.xml" Id="R11ca65074cfd4a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545dfda9e64c2a"/>
  </p:sldMasterIdLst>
  <p:notesMasterIdLst>
    <p:notesMasterId xmlns:r="http://schemas.openxmlformats.org/officeDocument/2006/relationships" r:id="R39f9d7dd789f44f2"/>
  </p:notesMasterIdLst>
  <p:sldIdLst>
    <p:sldId xmlns:r="http://schemas.openxmlformats.org/officeDocument/2006/relationships" id="256" r:id="R159669b962ea457b"/>
    <p:sldId xmlns:r="http://schemas.openxmlformats.org/officeDocument/2006/relationships" id="257" r:id="Rd0095882a1f34030"/>
    <p:sldId xmlns:r="http://schemas.openxmlformats.org/officeDocument/2006/relationships" id="258" r:id="R7b5a7a8e837d46d0"/>
    <p:sldId xmlns:r="http://schemas.openxmlformats.org/officeDocument/2006/relationships" id="259" r:id="Rb48b9c078b454070"/>
    <p:sldId xmlns:r="http://schemas.openxmlformats.org/officeDocument/2006/relationships" id="260" r:id="Ra5c575f2f1b54e6d"/>
    <p:sldId xmlns:r="http://schemas.openxmlformats.org/officeDocument/2006/relationships" id="261" r:id="R9ebfba287f05484e"/>
    <p:sldId xmlns:r="http://schemas.openxmlformats.org/officeDocument/2006/relationships" id="262" r:id="R28f305d4169441b8"/>
    <p:sldId xmlns:r="http://schemas.openxmlformats.org/officeDocument/2006/relationships" id="263" r:id="R3f6d5af997f8466b"/>
    <p:sldId xmlns:r="http://schemas.openxmlformats.org/officeDocument/2006/relationships" id="264" r:id="Rd62676320c3b4c27"/>
    <p:sldId xmlns:r="http://schemas.openxmlformats.org/officeDocument/2006/relationships" id="265" r:id="R84054fc4683d40e4"/>
    <p:sldId xmlns:r="http://schemas.openxmlformats.org/officeDocument/2006/relationships" id="266" r:id="Rcb994dd5c906471b"/>
    <p:sldId xmlns:r="http://schemas.openxmlformats.org/officeDocument/2006/relationships" id="267" r:id="R0e29a88dd2044b80"/>
    <p:sldId xmlns:r="http://schemas.openxmlformats.org/officeDocument/2006/relationships" id="268" r:id="R50024e125e004730"/>
    <p:sldId xmlns:r="http://schemas.openxmlformats.org/officeDocument/2006/relationships" id="269" r:id="Rb0824ccb40824511"/>
    <p:sldId xmlns:r="http://schemas.openxmlformats.org/officeDocument/2006/relationships" id="270" r:id="Rc44309d88a8c45e3"/>
    <p:sldId xmlns:r="http://schemas.openxmlformats.org/officeDocument/2006/relationships" id="271" r:id="R6e90138918424774"/>
    <p:sldId xmlns:r="http://schemas.openxmlformats.org/officeDocument/2006/relationships" id="272" r:id="R5d6fed1d0bdb448b"/>
    <p:sldId xmlns:r="http://schemas.openxmlformats.org/officeDocument/2006/relationships" id="273" r:id="Rba2079b5334a4b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842af9c9f048ea" /><Relationship Type="http://schemas.openxmlformats.org/officeDocument/2006/relationships/slideMaster" Target="/ppt/slideMasters/slideMaster1.xml" Id="R43545dfda9e64c2a" /><Relationship Type="http://schemas.openxmlformats.org/officeDocument/2006/relationships/notesMaster" Target="/ppt/notesMasters/notesMaster1.xml" Id="R39f9d7dd789f44f2" /><Relationship Type="http://schemas.openxmlformats.org/officeDocument/2006/relationships/presProps" Target="/ppt/presProps.xml" Id="Rcda9a863c6f34fe8" /><Relationship Type="http://schemas.openxmlformats.org/officeDocument/2006/relationships/viewProps" Target="/ppt/viewProps.xml" Id="R93a8c5eae07e4aff" /><Relationship Type="http://schemas.openxmlformats.org/officeDocument/2006/relationships/tableStyles" Target="/ppt/tableStyles.xml" Id="Rd8bb10c682b64734" /><Relationship Type="http://schemas.openxmlformats.org/officeDocument/2006/relationships/slide" Target="/ppt/slides/slide1.xml" Id="R159669b962ea457b" /><Relationship Type="http://schemas.openxmlformats.org/officeDocument/2006/relationships/slide" Target="/ppt/slides/slide2.xml" Id="Rd0095882a1f34030" /><Relationship Type="http://schemas.openxmlformats.org/officeDocument/2006/relationships/slide" Target="/ppt/slides/slide3.xml" Id="R7b5a7a8e837d46d0" /><Relationship Type="http://schemas.openxmlformats.org/officeDocument/2006/relationships/slide" Target="/ppt/slides/slide4.xml" Id="Rb48b9c078b454070" /><Relationship Type="http://schemas.openxmlformats.org/officeDocument/2006/relationships/slide" Target="/ppt/slides/slide5.xml" Id="Ra5c575f2f1b54e6d" /><Relationship Type="http://schemas.openxmlformats.org/officeDocument/2006/relationships/slide" Target="/ppt/slides/slide6.xml" Id="R9ebfba287f05484e" /><Relationship Type="http://schemas.openxmlformats.org/officeDocument/2006/relationships/slide" Target="/ppt/slides/slide7.xml" Id="R28f305d4169441b8" /><Relationship Type="http://schemas.openxmlformats.org/officeDocument/2006/relationships/slide" Target="/ppt/slides/slide8.xml" Id="R3f6d5af997f8466b" /><Relationship Type="http://schemas.openxmlformats.org/officeDocument/2006/relationships/slide" Target="/ppt/slides/slide9.xml" Id="Rd62676320c3b4c27" /><Relationship Type="http://schemas.openxmlformats.org/officeDocument/2006/relationships/slide" Target="/ppt/slides/slide10.xml" Id="R84054fc4683d40e4" /><Relationship Type="http://schemas.openxmlformats.org/officeDocument/2006/relationships/slide" Target="/ppt/slides/slide11.xml" Id="Rcb994dd5c906471b" /><Relationship Type="http://schemas.openxmlformats.org/officeDocument/2006/relationships/slide" Target="/ppt/slides/slide12.xml" Id="R0e29a88dd2044b80" /><Relationship Type="http://schemas.openxmlformats.org/officeDocument/2006/relationships/slide" Target="/ppt/slides/slide13.xml" Id="R50024e125e004730" /><Relationship Type="http://schemas.openxmlformats.org/officeDocument/2006/relationships/slide" Target="/ppt/slides/slide14.xml" Id="Rb0824ccb40824511" /><Relationship Type="http://schemas.openxmlformats.org/officeDocument/2006/relationships/slide" Target="/ppt/slides/slide15.xml" Id="Rc44309d88a8c45e3" /><Relationship Type="http://schemas.openxmlformats.org/officeDocument/2006/relationships/slide" Target="/ppt/slides/slide16.xml" Id="R6e90138918424774" /><Relationship Type="http://schemas.openxmlformats.org/officeDocument/2006/relationships/slide" Target="/ppt/slides/slide17.xml" Id="R5d6fed1d0bdb448b" /><Relationship Type="http://schemas.openxmlformats.org/officeDocument/2006/relationships/slide" Target="/ppt/slides/slide18.xml" Id="Rba2079b5334a4b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875258a37640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742414d685441d" /><Relationship Type="http://schemas.openxmlformats.org/officeDocument/2006/relationships/notesMaster" Target="/ppt/notesMasters/notesMaster1.xml" Id="Rca970e94a4e94c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df7309a30f4341" /><Relationship Type="http://schemas.openxmlformats.org/officeDocument/2006/relationships/notesMaster" Target="/ppt/notesMasters/notesMaster1.xml" Id="R542370eaae624c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fc75774b444607" /><Relationship Type="http://schemas.openxmlformats.org/officeDocument/2006/relationships/notesMaster" Target="/ppt/notesMasters/notesMaster1.xml" Id="Ra30e2a98da9c4b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3961bb09b34484" /><Relationship Type="http://schemas.openxmlformats.org/officeDocument/2006/relationships/notesMaster" Target="/ppt/notesMasters/notesMaster1.xml" Id="R19ad7a47718e41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2626c6e9cc414f" /><Relationship Type="http://schemas.openxmlformats.org/officeDocument/2006/relationships/notesMaster" Target="/ppt/notesMasters/notesMaster1.xml" Id="R04e86a2ce94e4a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d3b029b4d34be0" /><Relationship Type="http://schemas.openxmlformats.org/officeDocument/2006/relationships/notesMaster" Target="/ppt/notesMasters/notesMaster1.xml" Id="R406407531ffb46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48b3c7eee046fa" /><Relationship Type="http://schemas.openxmlformats.org/officeDocument/2006/relationships/notesMaster" Target="/ppt/notesMasters/notesMaster1.xml" Id="Rb08ad79fa40f4d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69128347ba4e72" /><Relationship Type="http://schemas.openxmlformats.org/officeDocument/2006/relationships/notesMaster" Target="/ppt/notesMasters/notesMaster1.xml" Id="Rb24f545ce49e42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9ec2c1327947f6" /><Relationship Type="http://schemas.openxmlformats.org/officeDocument/2006/relationships/notesMaster" Target="/ppt/notesMasters/notesMaster1.xml" Id="Rf62b3255221d42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78f56e087d465d" /><Relationship Type="http://schemas.openxmlformats.org/officeDocument/2006/relationships/notesMaster" Target="/ppt/notesMasters/notesMaster1.xml" Id="Rf21d9a78fccf45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1280950c714f3c" /><Relationship Type="http://schemas.openxmlformats.org/officeDocument/2006/relationships/notesMaster" Target="/ppt/notesMasters/notesMaster1.xml" Id="Rc6f04130a31a40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4e0d77ef1a44a2" /><Relationship Type="http://schemas.openxmlformats.org/officeDocument/2006/relationships/notesMaster" Target="/ppt/notesMasters/notesMaster1.xml" Id="Ra0840825772346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1042e62fc949b4" /><Relationship Type="http://schemas.openxmlformats.org/officeDocument/2006/relationships/notesMaster" Target="/ppt/notesMasters/notesMaster1.xml" Id="R0ee74a4f9bc246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767b8d24844aba" /><Relationship Type="http://schemas.openxmlformats.org/officeDocument/2006/relationships/notesMaster" Target="/ppt/notesMasters/notesMaster1.xml" Id="Rd0480055d3c149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b22c46892b45d3" /><Relationship Type="http://schemas.openxmlformats.org/officeDocument/2006/relationships/notesMaster" Target="/ppt/notesMasters/notesMaster1.xml" Id="R4d78161e9a1c46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f1b32ed52e4938" /><Relationship Type="http://schemas.openxmlformats.org/officeDocument/2006/relationships/notesMaster" Target="/ppt/notesMasters/notesMaster1.xml" Id="R87b10a5a5ff740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0860282640e4cb1" /><Relationship Type="http://schemas.openxmlformats.org/officeDocument/2006/relationships/notesMaster" Target="/ppt/notesMasters/notesMaster1.xml" Id="R4e838e50ce0b4e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b485b1725444a5" /><Relationship Type="http://schemas.openxmlformats.org/officeDocument/2006/relationships/notesMaster" Target="/ppt/notesMasters/notesMaster1.xml" Id="R62c442837c9e4d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4dfc406dd4a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bd01e12952461a" /><Relationship Type="http://schemas.openxmlformats.org/officeDocument/2006/relationships/slideLayout" Target="/ppt/slideLayouts/slideLayout1.xml" Id="Rbe6446b3d2de44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6446b3d2de44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12c27fd4e4e1d" /><Relationship Type="http://schemas.openxmlformats.org/officeDocument/2006/relationships/image" Target="/ppt/media/image.png" Id="R04953fb74f1542f2" /><Relationship Type="http://schemas.openxmlformats.org/officeDocument/2006/relationships/notesSlide" Target="/ppt/notesSlides/notesSlide1.xml" Id="Ra0eccace3ba442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00a24046c4f0a" /><Relationship Type="http://schemas.openxmlformats.org/officeDocument/2006/relationships/notesSlide" Target="/ppt/notesSlides/notesSlide2.xml" Id="R270ba689644f46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69be6359e462d" /><Relationship Type="http://schemas.openxmlformats.org/officeDocument/2006/relationships/notesSlide" Target="/ppt/notesSlides/notesSlide3.xml" Id="Rc70af891bd0140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3ecbcdc0443ef" /><Relationship Type="http://schemas.openxmlformats.org/officeDocument/2006/relationships/notesSlide" Target="/ppt/notesSlides/notesSlide4.xml" Id="R1491af00835f41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4cb9e67db435f" /><Relationship Type="http://schemas.openxmlformats.org/officeDocument/2006/relationships/notesSlide" Target="/ppt/notesSlides/notesSlide5.xml" Id="Rd43fe780501b47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a8d1139d74f05" /><Relationship Type="http://schemas.openxmlformats.org/officeDocument/2006/relationships/notesSlide" Target="/ppt/notesSlides/notesSlide6.xml" Id="R0ee28add4ada4d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f34ba30cf4fb2" /><Relationship Type="http://schemas.openxmlformats.org/officeDocument/2006/relationships/notesSlide" Target="/ppt/notesSlides/notesSlide7.xml" Id="R1d944ab62b0048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dfbb2c794442d" /><Relationship Type="http://schemas.openxmlformats.org/officeDocument/2006/relationships/notesSlide" Target="/ppt/notesSlides/notesSlide8.xml" Id="R3aaa241349b748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45ddc72894a76" /><Relationship Type="http://schemas.openxmlformats.org/officeDocument/2006/relationships/image" Target="/ppt/media/image2.png" Id="Rf30456cebc934054" /><Relationship Type="http://schemas.openxmlformats.org/officeDocument/2006/relationships/notesSlide" Target="/ppt/notesSlides/notesSlide9.xml" Id="Rca31b3dd7b1449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39a4acd0d4c6b" /><Relationship Type="http://schemas.openxmlformats.org/officeDocument/2006/relationships/image" Target="/ppt/media/image3.png" Id="R9e716ffe152e4f22" /><Relationship Type="http://schemas.openxmlformats.org/officeDocument/2006/relationships/notesSlide" Target="/ppt/notesSlides/notesSlide10.xml" Id="R7ba4a81bf22042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26ad9d684485d" /><Relationship Type="http://schemas.openxmlformats.org/officeDocument/2006/relationships/notesSlide" Target="/ppt/notesSlides/notesSlide11.xml" Id="R9cb9c8e06c774c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364a61be944d4" /><Relationship Type="http://schemas.openxmlformats.org/officeDocument/2006/relationships/notesSlide" Target="/ppt/notesSlides/notesSlide12.xml" Id="R6d0201db549b4e3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060ffd7b54379" /><Relationship Type="http://schemas.openxmlformats.org/officeDocument/2006/relationships/image" Target="/ppt/media/image4.png" Id="R139495e2785e4183" /><Relationship Type="http://schemas.openxmlformats.org/officeDocument/2006/relationships/notesSlide" Target="/ppt/notesSlides/notesSlide13.xml" Id="R61adef1c12b7420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52b1322b64f77" /><Relationship Type="http://schemas.openxmlformats.org/officeDocument/2006/relationships/image" Target="/ppt/media/image5.png" Id="R49dd17c8574144f8" /><Relationship Type="http://schemas.openxmlformats.org/officeDocument/2006/relationships/notesSlide" Target="/ppt/notesSlides/notesSlide14.xml" Id="R301eab422c534d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ec14e676e42cf" /><Relationship Type="http://schemas.openxmlformats.org/officeDocument/2006/relationships/image" Target="/ppt/media/image6.png" Id="R18e75bbc12fe4a06" /><Relationship Type="http://schemas.openxmlformats.org/officeDocument/2006/relationships/notesSlide" Target="/ppt/notesSlides/notesSlide15.xml" Id="Rdaa8cd5b6af042f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30b09e4c641a6" /><Relationship Type="http://schemas.openxmlformats.org/officeDocument/2006/relationships/notesSlide" Target="/ppt/notesSlides/notesSlide16.xml" Id="R83bf69bae7e94c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1e9719b804fe6" /><Relationship Type="http://schemas.openxmlformats.org/officeDocument/2006/relationships/notesSlide" Target="/ppt/notesSlides/notesSlide17.xml" Id="R58c4656b7e564e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593604cc74aca" /><Relationship Type="http://schemas.openxmlformats.org/officeDocument/2006/relationships/notesSlide" Target="/ppt/notesSlides/notesSlide18.xml" Id="R35978e2b551540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FDC0D0-3942-4F3E-ABA0-6A823B95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245AA-DABA-4C22-9A46-EA621784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69D1E-3C5C-410A-A2CD-0FE3BA25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2390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953fb74f1542f2"/>
          <a:stretch xmlns:a="http://schemas.openxmlformats.org/drawingml/2006/main"/>
        </p:blipFill>
        <p:spPr>
          <a:xfrm xmlns:a="http://schemas.openxmlformats.org/drawingml/2006/main">
            <a:off x="9940718" y="552450"/>
            <a:ext cx="825914" cy="1047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367A2-9B3B-4129-9FF3-FCBB6DC9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525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4C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4CF"/>
                </a:solidFill>
                <a:latin typeface="Arial"/>
                <a:ea typeface="Arial"/>
                <a:cs typeface="Arial"/>
              </a:rPr>
              <a:t>TCC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6E253-673E-470A-BEF0-065B711D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8096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Sistema de Inventário Baseado em Tecnologia RFID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EE8A9-9ECD-4D93-88B5-5B01D1CB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DEDE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DEDE5"/>
                </a:solidFill>
                <a:latin typeface="Arial"/>
                <a:ea typeface="Arial"/>
                <a:cs typeface="Arial"/>
              </a:rPr>
              <a:t>Aplicado ao Colegiado de Ciência da Computação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8E1C8-F955-4A5A-85D6-3676CB3E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Ezequiel Lobo Oliveira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8DC4D-79A5-4839-8334-1EF48278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EDE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DEDE5"/>
                </a:solidFill>
                <a:latin typeface="Arial"/>
                <a:ea typeface="Arial"/>
                <a:cs typeface="Arial"/>
              </a:rPr>
              <a:t>Orientador: Prof. Jorge Lima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B6CBD-3FD0-4941-8A9A-4C2CEDB7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388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EDE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DEDE5"/>
                </a:solidFill>
                <a:latin typeface="Arial"/>
                <a:ea typeface="Arial"/>
                <a:cs typeface="Arial"/>
              </a:rPr>
              <a:t>UESC · 2026</a:t>
            </a:r>
          </a:p>
        </p:txBody>
      </p:sp>
    </p:spTree>
    <p:extLst>
      <p:ext uri="{BB962C8B-B14F-4D97-AF65-F5344CB8AC3E}">
        <p14:creationId xmlns:p14="http://schemas.microsoft.com/office/powerpoint/2010/main" val="11442267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475372-66AB-4253-B23E-0017E0E1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183BE-934D-4C5C-8D15-0392BC20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0431D-6537-4CB2-947B-A6046224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436FC57-0028-4CE8-BFA0-104651F5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ROTEIRO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0E54D-9C1D-4A1D-B867-979C648D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72801-F913-42F6-82DD-28374E7A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defesa segue o fluxo recomendado para 15 minutos.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0ED1C-4CCC-4F71-95B1-9C36C007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DFD1C-08B4-4380-95DE-1CC1024C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Introdução, motivação e objetivos em até 5 minutos.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01E08B-6871-4E79-8A98-BCB21D79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B38183-092E-4086-A4B4-BEBAABF9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Metodologia, implementação, resultados e discussão como núcleo da apresentação.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808A8-9C7B-4560-8098-E63A3456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AAD66-8429-4E6A-B1CB-4F59EC67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Conclusão com contribuição, limites e continuidade da proposta.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8B99D-E1E3-4124-A37E-DC2BDB94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479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1C4AF-B769-45B9-A04A-AA6EEA8F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431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15 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21B97-8F6F-4198-8FA2-6D7A2E65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051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tempo total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D66CB-5AD0-47FA-927E-25E2D55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48C89-B740-4699-97B8-75402DCF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099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14F589-F2B7-4AD7-A211-92A2815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slides de conteúdo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9FC424-9665-4551-AE13-FDA2A30E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815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D0F9DA-13D3-44ED-B780-4F0489FF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767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ênfase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F4A492-BCCF-473D-B717-7F148585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387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resultados e discussão</a:t>
            </a:r>
          </a:p>
        </p:txBody>
      </p:sp>
    </p:spTree>
    <p:extLst>
      <p:ext uri="{BB962C8B-B14F-4D97-AF65-F5344CB8AC3E}">
        <p14:creationId xmlns:p14="http://schemas.microsoft.com/office/powerpoint/2010/main" val="17433927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91F2F6-4E99-4824-8EA4-19032E7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867B2-3D28-4994-9BE9-A7EFB17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F97CD-8D86-4802-BD93-D57B20D7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4C0AD3E6-7E8F-4A42-A9E1-E9EF7C5B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INTRODUÇÃO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858D0-883C-4AA1-9F07-C8BA3F18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5D1B5F-7878-43D4-93AD-FD016872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controle manual dificulta manter o inventário físico alinhado ao registro lógico.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B83F8-145E-49D8-B14F-0394EE5F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E6F50-0493-46EE-8A25-89A8AD02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Ambientes acadêmicos concentram equipamentos em laboratórios, salas e espaços compartilhados.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5266B-706A-4A29-A8A0-1F9A83FB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7D596-A780-4FCF-B019-50EDE94C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visual depende de tempo, atenção e atualização manual.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995D1-B3E0-4EF5-848F-3E09965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ECA01-3F9D-4DB1-95D7-7DE57DC9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Divergências de localização comprometem rastreabilidade e tomada de decisão.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92C86-245D-4FA7-A247-2BAB91C4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669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90DA1F-206C-4771-9BA9-FCF4880F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Inventário lógico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2DE6A-6E94-484C-B8A1-E4AE9F4F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765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registro esperado no sistema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9D2F1-627C-4AFA-94D8-17964EB8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575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DE76A-8183-4A54-BFD4-C7217E4E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623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Inventário físico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45245E-CA41-4E8F-B531-962D294C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671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no ambiente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14A1F1-F346-4409-A8E5-910983E4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481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6B5DB1-4EED-448B-A9AE-C095E55E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529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Inconsistência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5DE8F-A02D-4A3E-B88D-CDF232FD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577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diferença entre esperado e detectado</a:t>
            </a:r>
          </a:p>
        </p:txBody>
      </p:sp>
    </p:spTree>
    <p:extLst>
      <p:ext uri="{BB962C8B-B14F-4D97-AF65-F5344CB8AC3E}">
        <p14:creationId xmlns:p14="http://schemas.microsoft.com/office/powerpoint/2010/main" val="1301372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69024F-B8E3-48B0-BF31-CADA46DB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43DD9-A9E7-460D-98C8-FA1FE48F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F96EE-75EE-4F0D-A77F-0774A1A5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0A5BDFAA-5C22-4D27-A1A7-C0F1E8D9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MOTIVAÇÃO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5B04F-4E39-4D51-9D28-1B5CB551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62D4F-FB51-4719-B58B-B35BD2C1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RFID foi adotado como meio para transformar identificação física em evento computacional.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F74D67-7ECB-43A8-918C-D1F56F5D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4387F-1A70-455C-9645-18A09C65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Etiquetas associam bens físicos a identificadores digitais.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763F3-04A2-409C-BE81-2C1A21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682E1-F876-48A4-9784-0AA4329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Leitores capturam tags e enviam eventos ao sistema.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BA406-93CF-4551-9E19-28FE55C0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DE7BAA-CADA-4FEF-9899-24530797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aplicação interpreta leituras como evidência para auditoria patrimonial.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769546-0F4D-4655-B062-C980201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669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0561A-3186-4BDB-9DDD-FF306D23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Menos dependência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A47E7-68B7-4423-B20A-9E001595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765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de conferência visual item a item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F7988-B5C6-450A-9F93-85F84633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575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552CF-0CE9-4DDB-A2B7-3519106E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623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Mais rastreabilidade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F0719D-520F-48B8-B5DE-EBFC290D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671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 histórico e auditoria por evento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CCDD70-16A5-40B4-A93F-0A289D66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481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B70AEA-A3E3-4E98-8322-5EF9F73B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529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Cautela experimental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0B9707-18E5-413F-84EE-4C716DCC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577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sem extrapolar alcance físico</a:t>
            </a:r>
          </a:p>
        </p:txBody>
      </p:sp>
    </p:spTree>
    <p:extLst>
      <p:ext uri="{BB962C8B-B14F-4D97-AF65-F5344CB8AC3E}">
        <p14:creationId xmlns:p14="http://schemas.microsoft.com/office/powerpoint/2010/main" val="13205526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473816-01DC-46AF-A4AF-B016BC4A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AE9C5-B404-4B9F-BB74-602847A5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931F4-EFC3-417F-A237-672CCC8E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B53EB09-8532-41F7-8084-12902B58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OBJETIVOS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12528-65A1-4D2B-9AD6-B0A5E8AE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31A09-634A-425E-B306-6C74EC5E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objetivo foi construir e validar funcionalmente um protótipo web de inventário com RFID.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FE402-CA74-4125-9C36-AE1C82A1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C07D33-E4AD-4B47-BE8F-CEDD99CE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Cadastrar ativos, locais, leitores RFID e eventos de leitura.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323495-CED3-4156-821A-BA7F5A0D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6E8C3-57C1-4B31-BF9C-F9551888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Processar tags para atualizar localização física e apoiar auditorias.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306AA-ECE8-40D0-BA7C-EB0A14AD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0CB6D-7B8D-4601-A3D0-A20B7807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Validar o fluxo de leitura, API, persistência e registro de inconsistências.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12933-B29F-4807-A210-A41DCC1B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479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24E647-AAB1-4EC8-BBA1-D10046F8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431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API REST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91B5C7-5307-4B7A-B56F-D2B5175F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051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entrada padronizada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799811-A352-492E-965D-EA0357D9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002FB-6EB6-4502-B2D2-C2672187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099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6EDD4-4F43-4715-82E8-15CAD7E0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identificação física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CB3BD6-936D-4049-BF7B-D616D579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815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B46AC-AAF0-4227-ABB0-F1E10F91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767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94D067-00BC-49EC-80EC-C73A59F2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387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comparação entre lógico e físico</a:t>
            </a:r>
          </a:p>
        </p:txBody>
      </p:sp>
    </p:spTree>
    <p:extLst>
      <p:ext uri="{BB962C8B-B14F-4D97-AF65-F5344CB8AC3E}">
        <p14:creationId xmlns:p14="http://schemas.microsoft.com/office/powerpoint/2010/main" val="83584522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904F11-C0BB-4FB9-AE4E-9B13CED8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7F43C-CEDD-45F6-8577-331E596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34332-5C30-4593-BB35-A9B69E6A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D8FCA900-2620-457D-BFB5-B43F5B8B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TRABALHOS RELACIONADOS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73FCE-637A-4837-96AB-49814E35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519F2-DC96-4730-85CA-9B675E77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literatura fundamenta RFID e middleware, com cautela na validação física.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E79FBE-EDAF-4ED3-A165-5C8BB6E2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73A54-D5A3-4873-B231-2E5C9F1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7180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 em inventário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5564D-C1BA-461C-8504-9BBAC141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base conceitual para automação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11E62-EDE9-497A-83F0-CFCACC32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2415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65C58-FE04-4920-897C-405CAD51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7180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Middleware/IoT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8F8AF-5533-4777-BEE5-9D058B91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8615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eventos, normalização e integração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F5437-F668-47D3-95E4-17083628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2415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5AB55-20F6-4787-AC0D-C06458B5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7180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Este protótipo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6A801-3D82-4C40-A15F-9E6450DF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8615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patrimonial entre esperado e observado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92C5F-1E55-4547-8694-5C2CACE8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5775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Síntese: o trabalho adota RFID e middleware como base, mas mantém explícito que a validação física foi limitada ao hardware disponível.</a:t>
            </a:r>
          </a:p>
        </p:txBody>
      </p:sp>
    </p:spTree>
    <p:extLst>
      <p:ext uri="{BB962C8B-B14F-4D97-AF65-F5344CB8AC3E}">
        <p14:creationId xmlns:p14="http://schemas.microsoft.com/office/powerpoint/2010/main" val="6665852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63FB62-9F47-45FE-BEE8-180B4D0A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963E9-1851-4147-82C7-2B3D0C5E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67D47-9FAC-4971-B030-D21E4C9C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F545D938-825B-4A28-9E9E-0BFD7166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METODOLOGIA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73141-C2E3-444D-A9F4-A25AEA82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B005A-EBA0-452B-856E-1E56D92A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pesquisa foi aplicada e concentrou a avaliação no fluxo funcional do software.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BD25C-5C1E-414A-90B4-1C7BC857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97F8A-371A-4340-B6D7-1116B16F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59B8F0-6712-4411-9489-BD801AAF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D7218-51F8-48FF-A077-62FF843D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Revisão e requisitos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B2C1AF-4960-4549-A064-8A16AD93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Controle patrimonial, RFID, IoT, auditoria e trabalhos relacionados.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E83B5-A6DD-454F-AEED-96FA017F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270A4-BD3E-4965-A6DD-09FFCEA0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07EB9-DA23-4D79-B7C6-94D7CD25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6548B-AA82-4C91-ABAA-A4AA4FD6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Modelagem e implementação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657C8-A008-4DF7-BDA2-69EA7073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Entidades, API, regras de leitura, interface e persistência.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9492C-C711-4535-BF33-F61501FA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76BA26-2978-4967-8F49-D3F28B0B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5CAD2-6EB1-4CE8-86F5-7602B360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8A36F-0A3C-4016-828C-A7080FE7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Validação funcional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25CF1-E3D9-4283-8359-0521B0EE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Cenários controlados com leitor de proximidade, tag e comunicador.</a:t>
            </a:r>
          </a:p>
        </p:txBody>
      </p:sp>
    </p:spTree>
    <p:extLst>
      <p:ext uri="{BB962C8B-B14F-4D97-AF65-F5344CB8AC3E}">
        <p14:creationId xmlns:p14="http://schemas.microsoft.com/office/powerpoint/2010/main" val="15594139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7CA378-21C1-4C4D-9863-0B8DB4B6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A709A-3D79-43A6-A1B7-ABD9202D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2A5F1-2843-4E3A-99AD-BD76C1C9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4496E2D9-7126-4656-8740-8145ED61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MATERIAIS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68D8F-9E84-4AEB-8C88-D655526F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0112A-36CE-4296-929C-0B5614DA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protótipo separa aplicação web, API e integração RFID.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DD2D6-2CA5-4E4D-B283-922E9FA9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2F594-E0D9-405C-B1C4-38FC8D7C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Frontend: Next.js, React e TypeScript para operação e acompanhamento.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C8AA6-6325-40A7-A184-1B89CFC5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D8C6D-7C7D-490C-9795-0AB90F42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Backend: Django REST Framework para regras, endpoints e autenticação.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500B6-8D71-474A-A3E6-74C047FA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B39C8-BDCB-413E-B68D-15B31B6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Hardware: leitor RFID USB/OTG de 13,56 MHz, uma tag física e comunicador intermediário.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75110B-D448-4C08-87B0-A63022E8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479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F38AFA-8F4F-4C01-8F90-D5CD7E1E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431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42B3C-A35B-479D-81C0-0261B29B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051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persistência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62282-7414-4D3D-A3C5-CFA881E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710E53-16CB-49EA-AC6D-75672CC0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099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CB5C7-9091-4E41-A4F9-9FE0734C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ingestão RFID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8DBF4-57BD-464B-99AF-777C5BD4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8150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A30F3-E491-4128-9B12-A74EEB3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767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USB/OTG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F5E6E1-BF48-47C0-8B98-5369E12A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387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leitor validado</a:t>
            </a:r>
          </a:p>
        </p:txBody>
      </p:sp>
    </p:spTree>
    <p:extLst>
      <p:ext uri="{BB962C8B-B14F-4D97-AF65-F5344CB8AC3E}">
        <p14:creationId xmlns:p14="http://schemas.microsoft.com/office/powerpoint/2010/main" val="20777748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03B01F-95C1-40BA-9DF0-39A5C4ED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B8E51-A5A8-471F-998B-FCF5564C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C14EC-C2EB-40F2-AFA4-33B2E4B0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2249C914-C6CE-4EC3-9E7C-45208ABE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ARQUITETURA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24FF5-9CF3-4172-940F-98A2A81D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73660-C896-4AC4-A181-AE5733AE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API atua como ponto comum entre interface, leitores e regras de inventário.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2E87A-098E-4416-B97C-69D1FD84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727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456cebc934054"/>
          <a:stretch xmlns:a="http://schemas.openxmlformats.org/drawingml/2006/main"/>
        </p:blipFill>
        <p:spPr>
          <a:xfrm xmlns:a="http://schemas.openxmlformats.org/drawingml/2006/main">
            <a:off x="3626444" y="2076450"/>
            <a:ext cx="4958162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CFCA0F-2CFA-45F1-A078-6B7551BD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Arquitetura geral proposta para o InventoryRFID.</a:t>
            </a:r>
          </a:p>
        </p:txBody>
      </p:sp>
    </p:spTree>
    <p:extLst>
      <p:ext uri="{BB962C8B-B14F-4D97-AF65-F5344CB8AC3E}">
        <p14:creationId xmlns:p14="http://schemas.microsoft.com/office/powerpoint/2010/main" val="1773400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1225CE-AE12-41EC-8CD8-066375C0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4224B-72A8-4447-8E8B-0DA99F70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17049-FBAC-4D18-BA44-6B80F69C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620E696A-7148-40A0-8E9A-ECF50B17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MODELAGEM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7EB3C-C035-459F-9FE6-2558B234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3F64E-F7CD-4623-AF34-45A7C166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solução foi modelada para conectar usuário, cadastros e integração RFID.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E1589-329A-45C1-AF77-F7B62679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727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16ffe152e4f22"/>
          <a:stretch xmlns:a="http://schemas.openxmlformats.org/drawingml/2006/main"/>
        </p:blipFill>
        <p:spPr>
          <a:xfrm xmlns:a="http://schemas.openxmlformats.org/drawingml/2006/main">
            <a:off x="3488531" y="2076450"/>
            <a:ext cx="5233988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45CF5-2E6B-4D9C-B3C7-3AB9F518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Casos de uso principais do sistema.</a:t>
            </a:r>
          </a:p>
        </p:txBody>
      </p:sp>
    </p:spTree>
    <p:extLst>
      <p:ext uri="{BB962C8B-B14F-4D97-AF65-F5344CB8AC3E}">
        <p14:creationId xmlns:p14="http://schemas.microsoft.com/office/powerpoint/2010/main" val="10297122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9FCE-56EB-4FBA-9D21-66670D51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65899-0555-4542-9895-B9B7ACF9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8387F-1726-4238-8860-B29E5323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646C5D19-B148-4DAF-BE52-0C07757A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FLUXO RFID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DC538-E401-4561-9CCE-4AD91253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0BFC1-D082-4D8C-B6B4-506C2059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fluxo distingue validação física real e caminho escalável com sensores e gateways.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92D1D-3D20-4BDF-B8C2-459DCE5E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2A640-F4F2-4E75-A0F3-A0418F59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09A75-478A-4262-A709-127FD611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Rota validada fisicamente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86266-F57B-4209-ACA5-265978A8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67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FD235-DB2A-4A6A-8C9C-B40D8D00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70B36-61E5-471D-A25A-7FED3008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861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USB/OTG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E5ECB-0BBF-4DCF-B7CC-C6701881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8898E-0C6F-4AA4-8999-9D233F20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623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67145-F3A9-4038-BB21-DCDD5F41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433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Comunicador intermediário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24AD9-E3D0-4F7A-BC9E-21B71623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0B39F-A39D-4336-92EF-835D348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A5295C-238F-4A04-8F69-B96D75A0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005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Evento tags_read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82AD1-E7DB-469C-B0C5-4B382A79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ACFC25-BEDF-44A3-953A-BE3ACA8A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B36849-FBCA-4048-BA82-7665FD21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577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API processa auditoria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D1DFB3-ECCF-4F80-9C30-FFA48AA2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9110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01C1D-EFFF-4F7C-A129-6CAA066B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Comprovada com leitor de proximidade, uma tag e requisição HTTP ao backend.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0B8182-861A-48E4-ADCE-4B09C927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E8B19A-1D59-455F-8029-78AE7032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3C2C4C-BA8F-4D0D-9D6D-85FD8C4C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Rota escalável verificada por software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E62B8B-8242-43F3-A17A-4C552DD9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67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524AEE-D6C1-41CF-8BA1-37C93691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051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24E3E5-8B64-4E4E-8158-E4C5E08F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861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Sensor ou gateway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B68A9-43AD-4589-A078-136CE8F0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972962-7378-41BC-BD96-8665E926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623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75C622-08EB-48DB-BCAF-240844DB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433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Evento motion_detected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12748B-FD33-4AE3-BE6C-09C82642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35CC6E-27DF-4761-9B3B-F82A8032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195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E67BF5-B488-4FBE-8709-A338A880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005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Janela start_reading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A13AEC-E353-4DE4-847C-4E3DD2C8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38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804B0C-CCC8-475D-85AB-29FB190B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767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091C81-89F4-46AD-8049-C23ADF14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5770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tags_read enviado à API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0CDAAB-25DB-4228-B955-E826365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9110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7BD268-A5AF-4156-9169-7AC8D90D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0540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Preserva o desenho para sensores e leitores em rede, sem afirmar validação física completa.</a:t>
            </a:r>
          </a:p>
        </p:txBody>
      </p:sp>
    </p:spTree>
    <p:extLst>
      <p:ext uri="{BB962C8B-B14F-4D97-AF65-F5344CB8AC3E}">
        <p14:creationId xmlns:p14="http://schemas.microsoft.com/office/powerpoint/2010/main" val="3504477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E34866-41AD-4D2F-A35F-F893412A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4F262-E42A-4C10-B97C-39A27F6E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6CE33-6847-4BEA-BB5D-878F1895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058904E6-1D78-4809-858D-1158E7C9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3821C-B7F2-4B37-8507-28A18830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AC521-822D-4329-A326-F9A6D324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Cada leitura é validada, normalizada e convertida em consequência operacional.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72A5C-B1AD-414E-972A-53C046A9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CC21B-68C7-4E0A-9AFB-4564D28A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F5246-115F-4EF1-A8BD-1211FAB7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A9947-8BF9-41BC-B1E8-E5C5F609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Receber evento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85631-2077-4DB2-99A7-95E01C8D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tags_read enviado pelo comunicador ou por dispositivo conectado à rede.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9968D-5B91-4E70-89E4-5AA6723C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A2A035-CC89-496A-B5B4-FB0B018C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74E2A-765F-4207-A824-D4B510BF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5D0BE1-A8E9-41F1-9FA1-C4ADB9CD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Aplicar regras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1D794-F168-4D7B-A0BF-F65E61EB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autenticação, janela ativa, deduplicação e validação da tag.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2BCFF-E0ED-484B-B439-0DB9C523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432C8E-B1A2-442B-8FF5-C7771937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241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EEF2E-6143-4577-8A15-DC16F1C4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19400"/>
            <a:ext cx="552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261F19-7179-45E4-BDFF-737410EF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052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Registrar efeito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6A5E55-3952-4918-9411-3D024F9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386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atualização de local, histórico, auditoria ou inconsistência.</a:t>
            </a:r>
          </a:p>
        </p:txBody>
      </p:sp>
    </p:spTree>
    <p:extLst>
      <p:ext uri="{BB962C8B-B14F-4D97-AF65-F5344CB8AC3E}">
        <p14:creationId xmlns:p14="http://schemas.microsoft.com/office/powerpoint/2010/main" val="34123813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0DB5BA-648A-4D77-B150-4D5E9E57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9693F-77D8-4629-A1D3-354F9BD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815E9-CD33-4CA2-9394-97B7F8AA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3-label">
            <a:extLst xmlns:a="http://schemas.openxmlformats.org/drawingml/2006/main">
              <a:ext uri="{FF2B5EF4-FFF2-40B4-BE49-F238E27FC236}">
                <a16:creationId xmlns:a16="http://schemas.microsoft.com/office/drawing/2014/main" id="{6278A94F-1903-4A70-90F4-23E30ED0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4A1D5-2ED9-4889-96CF-F0E3A8A4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49CE0-1B47-4544-8363-7156E9A4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painel inicial resume o estado operacional do inventário.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08831-8938-4C2C-B38A-BD140FEA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727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495e2785e4183"/>
          <a:stretch xmlns:a="http://schemas.openxmlformats.org/drawingml/2006/main"/>
        </p:blipFill>
        <p:spPr>
          <a:xfrm xmlns:a="http://schemas.openxmlformats.org/drawingml/2006/main">
            <a:off x="4673207" y="2076450"/>
            <a:ext cx="2864636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553A0-0C40-4C25-98B2-72BE8624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Indicadores de leitores, itens, inconsistências e eventos recentes.</a:t>
            </a:r>
          </a:p>
        </p:txBody>
      </p:sp>
    </p:spTree>
    <p:extLst>
      <p:ext uri="{BB962C8B-B14F-4D97-AF65-F5344CB8AC3E}">
        <p14:creationId xmlns:p14="http://schemas.microsoft.com/office/powerpoint/2010/main" val="16809461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F0BA2D-5688-445A-845E-29129AB5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F9E65-62AA-4E72-B9C4-71351F5B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4AE69-0DD2-4218-B831-4FD737DD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4-label">
            <a:extLst xmlns:a="http://schemas.openxmlformats.org/drawingml/2006/main">
              <a:ext uri="{FF2B5EF4-FFF2-40B4-BE49-F238E27FC236}">
                <a16:creationId xmlns:a16="http://schemas.microsoft.com/office/drawing/2014/main" id="{6EB50B20-642E-4B24-8391-AD5AE55E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E8726-C7B7-4384-8AE7-AF56CA2F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EACC4-5D5D-400D-8FBB-5CB1F69E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 auditoria compara itens esperados com tags detectadas durante a janela de leitura.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AFEB0-526C-49B7-8069-E469727A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727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d17c8574144f8"/>
          <a:stretch xmlns:a="http://schemas.openxmlformats.org/drawingml/2006/main"/>
        </p:blipFill>
        <p:spPr>
          <a:xfrm xmlns:a="http://schemas.openxmlformats.org/drawingml/2006/main">
            <a:off x="3581781" y="2076450"/>
            <a:ext cx="5047488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A5352-41FF-4622-A6C3-BA1736F9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Tela de auditoria patrimonial com RFID.</a:t>
            </a:r>
          </a:p>
        </p:txBody>
      </p:sp>
    </p:spTree>
    <p:extLst>
      <p:ext uri="{BB962C8B-B14F-4D97-AF65-F5344CB8AC3E}">
        <p14:creationId xmlns:p14="http://schemas.microsoft.com/office/powerpoint/2010/main" val="22805017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C647F-763A-4DA7-82A5-704D39BC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D881D-763B-4C15-8058-17C7B9DA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87B9C-CEDB-46A9-94F4-B9169474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5-label">
            <a:extLst xmlns:a="http://schemas.openxmlformats.org/drawingml/2006/main">
              <a:ext uri="{FF2B5EF4-FFF2-40B4-BE49-F238E27FC236}">
                <a16:creationId xmlns:a16="http://schemas.microsoft.com/office/drawing/2014/main" id="{C664B2FA-832C-4D98-92FC-3DE8666A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INCONSISTÊNCIAS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6B7A1-D549-4262-A168-1E3A5994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0B008F-48CC-47D1-AC61-6A2A014F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Divergências deixam de ser registros avulsos e passam a ter acompanhamento.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3AB94-DE84-442A-87A7-E70611CE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727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75bbc12fe4a06"/>
          <a:stretch xmlns:a="http://schemas.openxmlformats.org/drawingml/2006/main"/>
        </p:blipFill>
        <p:spPr>
          <a:xfrm xmlns:a="http://schemas.openxmlformats.org/drawingml/2006/main">
            <a:off x="3581781" y="2076450"/>
            <a:ext cx="5047488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2C508-7570-4FD9-8C4E-D7BCA92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Acompanhamento de pendências como item ausente, local divergente e tag desconhecida.</a:t>
            </a:r>
          </a:p>
        </p:txBody>
      </p:sp>
    </p:spTree>
    <p:extLst>
      <p:ext uri="{BB962C8B-B14F-4D97-AF65-F5344CB8AC3E}">
        <p14:creationId xmlns:p14="http://schemas.microsoft.com/office/powerpoint/2010/main" val="22857927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09DF2B-D175-4E02-927D-C8D11F60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975BD-10EE-4921-B16E-0295B90A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49DD5-88C1-46CC-8C01-D08A6D94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6-label">
            <a:extLst xmlns:a="http://schemas.openxmlformats.org/drawingml/2006/main">
              <a:ext uri="{FF2B5EF4-FFF2-40B4-BE49-F238E27FC236}">
                <a16:creationId xmlns:a16="http://schemas.microsoft.com/office/drawing/2014/main" id="{F26B368A-AA58-4AE4-95EE-5616E0A8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EFC27-510C-4A45-BFE7-9159D61C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938E4-3DFF-49BE-B3D1-41F82794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Seis cenários confirmaram o comportamento funcional em dois ambientes.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776D5-9BC5-4CAE-B153-31248C55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06CEE-DA48-4D9C-8750-405F4989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Cenário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97304-D156-4894-86D4-69A1EC27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383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7F017-5557-482F-AAB4-8B40FDC3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971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Execuções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171DE-304B-41A7-878A-54751B35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383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3EBFB-B619-4E6D-B42A-EF98A1D1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14550"/>
            <a:ext cx="592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280A3-8CC7-4F92-B7DC-9A3C2724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13B18-5F93-4A25-B48B-00550B31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conhecida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9DFE6F-1762-46F9-8675-BFA91FE4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384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03207-8679-4256-BC5A-23A4EAB0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14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445F7-3B6B-4518-A297-9BA76AAD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384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E4DFFF-B1BD-46B7-B9F9-DFF716AE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146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item detectado e itens ausentes classificados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B03F9-0566-4887-B729-56527F34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0D57C-B2E8-4C23-BD98-AC5ADD25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Resolução de inconsistência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344EFE-D87E-4226-9529-6CAC6562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71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027594-2C91-4390-8BA9-64328A9E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48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16A744-3AA2-42A0-8B5F-B38FE456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71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8B53C-F481-47E3-B128-91DA475D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48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pendência encerrada com histórico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BEBED3-F176-4CF9-B61B-6542ADA6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C1CBAE-02F7-4259-85B0-239F6B2B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desconhecida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4F21FD-7520-434D-96BD-1602C36E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052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31F0F8-BE63-4638-BD56-0F7373EC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81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61A31D-62D9-4677-922F-E200B0B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052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87BA0F-C9DD-4E74-BD3F-8B8D02F9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5814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inconsistência registrada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E3921F-481E-42E3-A9D5-A8ECA1E5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2C63AF-AFD9-40B9-A405-1626491A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Local divergente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0604F0-FA1F-46DD-ABBF-5997517C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386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51942C-EC42-4261-B38A-D0C75BCD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114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2EA50A-634D-42CC-B490-3552831A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386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36EB5E-7A48-45CE-AB89-44C8EF06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1148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divergência identificada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E894F3-3091-4D08-8BE2-61FC2B6B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CDCFE6-2817-40E7-81D3-A0372664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Duplicidade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933BDF-F14A-4E0E-ABBB-8352C3D6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5720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27211C-B6A7-4437-9C29-CE5E9C43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48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16A8BE-485A-428F-AA8E-3891F459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5720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B868A9-EB0A-4086-B14D-36F69BA3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6482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leituras consolidadas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EE78C3-E42F-416D-A729-E6BE45E8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CAE5B2-5E8E-4CE9-8DB5-57349400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sem resposta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6B87D7-B2E6-4826-863D-B9CC41E3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1054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6F9CC8-5A27-46E4-9251-9D071840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181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41AA5E-306E-4E70-A7B4-898605AC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1054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F3674C6-720B-4CF9-B700-06212ADF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816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estado sinalizado no sistema</a:t>
            </a:r>
          </a:p>
        </p:txBody>
      </p:sp>
    </p:spTree>
    <p:extLst>
      <p:ext uri="{BB962C8B-B14F-4D97-AF65-F5344CB8AC3E}">
        <p14:creationId xmlns:p14="http://schemas.microsoft.com/office/powerpoint/2010/main" val="53151107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9B73F1-7DDB-4C45-9F51-A2727091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B641D-DED2-4617-9974-87AE588A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13617-EE48-45F2-A6CE-806F63EB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7-label">
            <a:extLst xmlns:a="http://schemas.openxmlformats.org/drawingml/2006/main">
              <a:ext uri="{FF2B5EF4-FFF2-40B4-BE49-F238E27FC236}">
                <a16:creationId xmlns:a16="http://schemas.microsoft.com/office/drawing/2014/main" id="{F7D66470-4B0F-4862-BD0D-BC8585A1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DISCUSSÃO E CONCLUSÃO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904AB-3291-42DC-A322-05879B2C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057D3-2000-4513-9CDD-981EA24D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 resultado principal é a validação da arquitetura de software para inventário com RFID.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DEF1A-65D8-44F1-9247-D69C25C7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600DBC-C655-47EC-AE24-DC7EC8A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 protótipo integra cadastro patrimonial, eventos RFID, auditoria, histórico e inconsistências.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29499-161E-4F4E-A0FE-AA7A5C1C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CFE0C-43C9-4960-8B78-4DD55750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contribuição está em transformar leitura RFID em evidência para comparar inventário lógico e físico.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ED6C2-99BE-46C6-8F63-94B5410B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C97C0-A81D-4BC6-A5BF-3F2CAF77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Os limites permanecem explícitos: não foram medidos alcance, taxa de leitura, múltiplas tags ou interferência ambiental.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BF195-C605-4087-B82F-C231D0C5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669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E51EF-2254-413D-A1EE-68C05940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Contribuição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F9E6C-678A-4858-BD90-CF9B9045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765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base funcional extensível para rotinas patrimoniais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731AA-DD51-4358-8A4B-D526E441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575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06DA77-D982-4C11-BA22-E8216CBF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623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Limite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156CA2-2862-4191-8718-B0CE6D56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671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validação física restrita ao leitor de proximidade e uma tag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AB648D-7DE3-4EBB-8378-3D9CBC22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4815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A2F87-3DAE-4931-9587-48E769D6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5292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Futuro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43E52-D051-46A8-89F1-A8AB4638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5772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antenas de maior alcance, sensores, múltiplas tags e relatórios</a:t>
            </a:r>
          </a:p>
        </p:txBody>
      </p:sp>
    </p:spTree>
    <p:extLst>
      <p:ext uri="{BB962C8B-B14F-4D97-AF65-F5344CB8AC3E}">
        <p14:creationId xmlns:p14="http://schemas.microsoft.com/office/powerpoint/2010/main" val="164237420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8556D-3330-47F9-9960-5011FC5D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68982-4B2D-4252-A805-DC34BEEE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42722-07D7-4764-BA6D-1925190E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8-label">
            <a:extLst xmlns:a="http://schemas.openxmlformats.org/drawingml/2006/main">
              <a:ext uri="{FF2B5EF4-FFF2-40B4-BE49-F238E27FC236}">
                <a16:creationId xmlns:a16="http://schemas.microsoft.com/office/drawing/2014/main" id="{8B1DC06A-315A-4322-A086-1802281C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REFERÊNCIAS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D2DDD-A51B-45A6-9A79-CEC5B95F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3379A-C498-4B0A-B770-680E3ACE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Principais referências usadas na apresentação.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4BB83-892C-483E-BD1C-FAD95C06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7E9D2-02EA-49CD-8069-C9E318A2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ALWADI et al. RFID smart inventory management system: A survey.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0C9E4-63D8-4DD8-936B-C13B1F1A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17845-8AFB-45A4-91DF-F666D0AE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ABIJÁUDE et al. Plataforma InventoryIoT para inventário automatizado.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2ECD1-1E69-4B2C-8423-4A6C343C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1574FA-3701-4206-AFF8-583B410F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BRITO et al. Etiquetas inteligentes na gestão patrimonial pública.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6C83CF-AE0E-453A-81E5-3AC79F79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37EC00-5556-4894-9EB7-2C2C5F1C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576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MASHAYEKHY et al. Impact of Internet of Things on inventory management.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7A0AF-E0E7-4936-BAA6-4ABE3D0D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64D85-D073-4DAE-AC8F-9580036D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TING et al. A framework for RFID implementation in inventory management.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A6BA-A192-4B3E-9502-146F78D6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CB222-AFF1-4D1D-BA53-0878D8FF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KNAPP; WANG. Interference in RFID installations.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5D158A-6DFC-4125-8D63-C6E6C75D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21127-9C90-4185-9D32-ED58257B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Tribunal de Contas do Estado da Bahia. Orientações para controle patrimonial.</a:t>
            </a:r>
          </a:p>
        </p:txBody>
      </p:sp>
    </p:spTree>
    <p:extLst>
      <p:ext uri="{BB962C8B-B14F-4D97-AF65-F5344CB8AC3E}">
        <p14:creationId xmlns:p14="http://schemas.microsoft.com/office/powerpoint/2010/main" val="11360433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2026-06-17T11:26:17.3920000Z</dcterms:created>
  <dcterms:modified xsi:type="dcterms:W3CDTF">2026-06-17T11:26:17.3920000Z</dcterms:modified>
</coreProperties>
</file>